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3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4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63" r:id="rId6"/>
    <p:sldId id="260" r:id="rId7"/>
    <p:sldId id="261" r:id="rId8"/>
  </p:sldIdLst>
  <p:sldSz cx="12192000" cy="6858000"/>
  <p:notesSz cx="6858000" cy="9144000"/>
  <p:embeddedFontLst>
    <p:embeddedFont>
      <p:font typeface="等线" panose="02010600030101010101" pitchFamily="2" charset="-122"/>
      <p:regular r:id="rId10"/>
      <p:bold r:id="rId1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423" userDrawn="1">
          <p15:clr>
            <a:srgbClr val="A4A3A4"/>
          </p15:clr>
        </p15:guide>
        <p15:guide id="4" orient="horz" pos="232" userDrawn="1">
          <p15:clr>
            <a:srgbClr val="A4A3A4"/>
          </p15:clr>
        </p15:guide>
        <p15:guide id="5" pos="257" userDrawn="1">
          <p15:clr>
            <a:srgbClr val="A4A3A4"/>
          </p15:clr>
        </p15:guide>
        <p15:guide id="6" orient="horz" pos="4110" userDrawn="1">
          <p15:clr>
            <a:srgbClr val="A4A3A4"/>
          </p15:clr>
        </p15:guide>
        <p15:guide id="7" orient="horz" pos="5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D9E0"/>
    <a:srgbClr val="55EBA7"/>
    <a:srgbClr val="D6F8FA"/>
    <a:srgbClr val="F4FEFE"/>
    <a:srgbClr val="23CCC4"/>
    <a:srgbClr val="DAF8FA"/>
    <a:srgbClr val="E8FBFC"/>
    <a:srgbClr val="55E4EB"/>
    <a:srgbClr val="22CEC9"/>
    <a:srgbClr val="1DD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38" y="38"/>
      </p:cViewPr>
      <p:guideLst>
        <p:guide orient="horz" pos="2160"/>
        <p:guide pos="3840"/>
        <p:guide pos="7423"/>
        <p:guide orient="horz" pos="232"/>
        <p:guide pos="257"/>
        <p:guide orient="horz" pos="4110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don Thorne" userId="d60e8fc293c247f0" providerId="LiveId" clId="{97D174C0-11E1-44AD-B4D7-7F49E599ACDC}"/>
    <pc:docChg chg="undo redo custSel addSld delSld modSld modMainMaster">
      <pc:chgData name="Eldon Thorne" userId="d60e8fc293c247f0" providerId="LiveId" clId="{97D174C0-11E1-44AD-B4D7-7F49E599ACDC}" dt="2026-06-29T12:04:33.036" v="4143" actId="2711"/>
      <pc:docMkLst>
        <pc:docMk/>
      </pc:docMkLst>
      <pc:sldChg chg="addSp delSp modSp mod">
        <pc:chgData name="Eldon Thorne" userId="d60e8fc293c247f0" providerId="LiveId" clId="{97D174C0-11E1-44AD-B4D7-7F49E599ACDC}" dt="2026-06-29T08:45:49.024" v="1183" actId="207"/>
        <pc:sldMkLst>
          <pc:docMk/>
          <pc:sldMk cId="4151015982" sldId="256"/>
        </pc:sldMkLst>
        <pc:spChg chg="mod ord">
          <ac:chgData name="Eldon Thorne" userId="d60e8fc293c247f0" providerId="LiveId" clId="{97D174C0-11E1-44AD-B4D7-7F49E599ACDC}" dt="2026-06-29T06:54:17.733" v="584" actId="1036"/>
          <ac:spMkLst>
            <pc:docMk/>
            <pc:sldMk cId="4151015982" sldId="256"/>
            <ac:spMk id="4" creationId="{D31C6C3D-305F-D179-461B-5D455384CDC4}"/>
          </ac:spMkLst>
        </pc:spChg>
        <pc:spChg chg="add mod">
          <ac:chgData name="Eldon Thorne" userId="d60e8fc293c247f0" providerId="LiveId" clId="{97D174C0-11E1-44AD-B4D7-7F49E599ACDC}" dt="2026-06-29T06:54:59.397" v="630" actId="1035"/>
          <ac:spMkLst>
            <pc:docMk/>
            <pc:sldMk cId="4151015982" sldId="256"/>
            <ac:spMk id="7" creationId="{A5F69D9F-ED21-30D5-20CC-5F98C570532D}"/>
          </ac:spMkLst>
        </pc:spChg>
        <pc:spChg chg="add del">
          <ac:chgData name="Eldon Thorne" userId="d60e8fc293c247f0" providerId="LiveId" clId="{97D174C0-11E1-44AD-B4D7-7F49E599ACDC}" dt="2026-06-29T06:30:24.192" v="363"/>
          <ac:spMkLst>
            <pc:docMk/>
            <pc:sldMk cId="4151015982" sldId="256"/>
            <ac:spMk id="12" creationId="{63D62326-ACB6-6C54-4C09-F3359CA5CFC1}"/>
          </ac:spMkLst>
        </pc:spChg>
        <pc:spChg chg="add mod ord">
          <ac:chgData name="Eldon Thorne" userId="d60e8fc293c247f0" providerId="LiveId" clId="{97D174C0-11E1-44AD-B4D7-7F49E599ACDC}" dt="2026-06-29T06:50:52.115" v="500" actId="14100"/>
          <ac:spMkLst>
            <pc:docMk/>
            <pc:sldMk cId="4151015982" sldId="256"/>
            <ac:spMk id="16" creationId="{38BDCF76-8001-1EA5-F7AE-ABC8F90A8DA8}"/>
          </ac:spMkLst>
        </pc:spChg>
        <pc:spChg chg="add mod">
          <ac:chgData name="Eldon Thorne" userId="d60e8fc293c247f0" providerId="LiveId" clId="{97D174C0-11E1-44AD-B4D7-7F49E599ACDC}" dt="2026-06-29T08:45:49.024" v="1183" actId="207"/>
          <ac:spMkLst>
            <pc:docMk/>
            <pc:sldMk cId="4151015982" sldId="256"/>
            <ac:spMk id="17" creationId="{E324A6F8-F9D5-BF61-F5AC-72CD84AC82EB}"/>
          </ac:spMkLst>
        </pc:spChg>
        <pc:spChg chg="add del">
          <ac:chgData name="Eldon Thorne" userId="d60e8fc293c247f0" providerId="LiveId" clId="{97D174C0-11E1-44AD-B4D7-7F49E599ACDC}" dt="2026-06-29T07:11:51.877" v="667" actId="478"/>
          <ac:spMkLst>
            <pc:docMk/>
            <pc:sldMk cId="4151015982" sldId="256"/>
            <ac:spMk id="21" creationId="{B5348C08-8393-25A1-763D-082FDD6BB565}"/>
          </ac:spMkLst>
        </pc:spChg>
        <pc:spChg chg="add del mod ord">
          <ac:chgData name="Eldon Thorne" userId="d60e8fc293c247f0" providerId="LiveId" clId="{97D174C0-11E1-44AD-B4D7-7F49E599ACDC}" dt="2026-06-29T07:15:50.184" v="710" actId="14100"/>
          <ac:spMkLst>
            <pc:docMk/>
            <pc:sldMk cId="4151015982" sldId="256"/>
            <ac:spMk id="22" creationId="{E7853E82-0169-65A3-713F-3DEE1591E073}"/>
          </ac:spMkLst>
        </pc:spChg>
        <pc:picChg chg="add del mod">
          <ac:chgData name="Eldon Thorne" userId="d60e8fc293c247f0" providerId="LiveId" clId="{97D174C0-11E1-44AD-B4D7-7F49E599ACDC}" dt="2026-06-29T06:24:40.965" v="356" actId="478"/>
          <ac:picMkLst>
            <pc:docMk/>
            <pc:sldMk cId="4151015982" sldId="256"/>
            <ac:picMk id="9" creationId="{C31D48E2-31F7-9216-846D-D20F2A292FF0}"/>
          </ac:picMkLst>
        </pc:picChg>
        <pc:picChg chg="add del mod">
          <ac:chgData name="Eldon Thorne" userId="d60e8fc293c247f0" providerId="LiveId" clId="{97D174C0-11E1-44AD-B4D7-7F49E599ACDC}" dt="2026-06-29T06:30:24.192" v="363"/>
          <ac:picMkLst>
            <pc:docMk/>
            <pc:sldMk cId="4151015982" sldId="256"/>
            <ac:picMk id="11" creationId="{070B2BBA-734B-C5F9-A4F3-FA509028CB70}"/>
          </ac:picMkLst>
        </pc:picChg>
        <pc:picChg chg="mod">
          <ac:chgData name="Eldon Thorne" userId="d60e8fc293c247f0" providerId="LiveId" clId="{97D174C0-11E1-44AD-B4D7-7F49E599ACDC}" dt="2026-06-29T07:16:44.671" v="723" actId="1035"/>
          <ac:picMkLst>
            <pc:docMk/>
            <pc:sldMk cId="4151015982" sldId="256"/>
            <ac:picMk id="13" creationId="{11B23DF2-6123-A6EC-CBA0-A5BAB273C568}"/>
          </ac:picMkLst>
        </pc:picChg>
        <pc:picChg chg="add mod ord">
          <ac:chgData name="Eldon Thorne" userId="d60e8fc293c247f0" providerId="LiveId" clId="{97D174C0-11E1-44AD-B4D7-7F49E599ACDC}" dt="2026-06-29T06:39:40.558" v="373" actId="167"/>
          <ac:picMkLst>
            <pc:docMk/>
            <pc:sldMk cId="4151015982" sldId="256"/>
            <ac:picMk id="15" creationId="{57C9908F-197F-2CCB-F2C3-8ED9E9C878C5}"/>
          </ac:picMkLst>
        </pc:picChg>
        <pc:cxnChg chg="add del mod">
          <ac:chgData name="Eldon Thorne" userId="d60e8fc293c247f0" providerId="LiveId" clId="{97D174C0-11E1-44AD-B4D7-7F49E599ACDC}" dt="2026-06-29T07:10:31.603" v="665" actId="478"/>
          <ac:cxnSpMkLst>
            <pc:docMk/>
            <pc:sldMk cId="4151015982" sldId="256"/>
            <ac:cxnSpMk id="19" creationId="{473BD6E1-2816-42DF-A1AB-3FC3A1EFA4E2}"/>
          </ac:cxnSpMkLst>
        </pc:cxnChg>
        <pc:cxnChg chg="add mod">
          <ac:chgData name="Eldon Thorne" userId="d60e8fc293c247f0" providerId="LiveId" clId="{97D174C0-11E1-44AD-B4D7-7F49E599ACDC}" dt="2026-06-29T07:15:50.184" v="710" actId="14100"/>
          <ac:cxnSpMkLst>
            <pc:docMk/>
            <pc:sldMk cId="4151015982" sldId="256"/>
            <ac:cxnSpMk id="24" creationId="{E97F5EED-F96F-E6EC-0F88-C3A3F69CFABE}"/>
          </ac:cxnSpMkLst>
        </pc:cxnChg>
      </pc:sldChg>
      <pc:sldChg chg="addSp modSp mod setBg">
        <pc:chgData name="Eldon Thorne" userId="d60e8fc293c247f0" providerId="LiveId" clId="{97D174C0-11E1-44AD-B4D7-7F49E599ACDC}" dt="2026-06-29T11:40:24.281" v="3287" actId="14838"/>
        <pc:sldMkLst>
          <pc:docMk/>
          <pc:sldMk cId="4065858020" sldId="257"/>
        </pc:sldMkLst>
        <pc:spChg chg="mod">
          <ac:chgData name="Eldon Thorne" userId="d60e8fc293c247f0" providerId="LiveId" clId="{97D174C0-11E1-44AD-B4D7-7F49E599ACDC}" dt="2026-06-29T08:38:33.905" v="1030" actId="207"/>
          <ac:spMkLst>
            <pc:docMk/>
            <pc:sldMk cId="4065858020" sldId="257"/>
            <ac:spMk id="4" creationId="{4A58F18F-47AB-F58A-424A-8B515A074E93}"/>
          </ac:spMkLst>
        </pc:spChg>
        <pc:spChg chg="add mod">
          <ac:chgData name="Eldon Thorne" userId="d60e8fc293c247f0" providerId="LiveId" clId="{97D174C0-11E1-44AD-B4D7-7F49E599ACDC}" dt="2026-06-29T08:47:11.075" v="1207" actId="1076"/>
          <ac:spMkLst>
            <pc:docMk/>
            <pc:sldMk cId="4065858020" sldId="257"/>
            <ac:spMk id="6" creationId="{5D1FAA48-7F02-CCF4-2416-90459F9B44FC}"/>
          </ac:spMkLst>
        </pc:spChg>
        <pc:spChg chg="add mod">
          <ac:chgData name="Eldon Thorne" userId="d60e8fc293c247f0" providerId="LiveId" clId="{97D174C0-11E1-44AD-B4D7-7F49E599ACDC}" dt="2026-06-29T08:39:19.022" v="1051" actId="207"/>
          <ac:spMkLst>
            <pc:docMk/>
            <pc:sldMk cId="4065858020" sldId="257"/>
            <ac:spMk id="9" creationId="{062177D7-7213-F68B-A989-E477E55FB82A}"/>
          </ac:spMkLst>
        </pc:spChg>
        <pc:spChg chg="add mod ord">
          <ac:chgData name="Eldon Thorne" userId="d60e8fc293c247f0" providerId="LiveId" clId="{97D174C0-11E1-44AD-B4D7-7F49E599ACDC}" dt="2026-06-29T08:50:21.184" v="1256" actId="552"/>
          <ac:spMkLst>
            <pc:docMk/>
            <pc:sldMk cId="4065858020" sldId="257"/>
            <ac:spMk id="10" creationId="{C9BFF031-3674-5421-5B4A-D26BE0F637DB}"/>
          </ac:spMkLst>
        </pc:spChg>
        <pc:spChg chg="add mod ord">
          <ac:chgData name="Eldon Thorne" userId="d60e8fc293c247f0" providerId="LiveId" clId="{97D174C0-11E1-44AD-B4D7-7F49E599ACDC}" dt="2026-06-29T08:44:40.576" v="1170" actId="12788"/>
          <ac:spMkLst>
            <pc:docMk/>
            <pc:sldMk cId="4065858020" sldId="257"/>
            <ac:spMk id="11" creationId="{030BA377-AF0F-8F20-509B-B666CC556203}"/>
          </ac:spMkLst>
        </pc:spChg>
        <pc:spChg chg="add mod">
          <ac:chgData name="Eldon Thorne" userId="d60e8fc293c247f0" providerId="LiveId" clId="{97D174C0-11E1-44AD-B4D7-7F49E599ACDC}" dt="2026-06-29T11:40:19.406" v="3286" actId="14838"/>
          <ac:spMkLst>
            <pc:docMk/>
            <pc:sldMk cId="4065858020" sldId="257"/>
            <ac:spMk id="12" creationId="{AAFED648-BEB5-F134-5778-9A7468E7258A}"/>
          </ac:spMkLst>
        </pc:spChg>
        <pc:spChg chg="mod">
          <ac:chgData name="Eldon Thorne" userId="d60e8fc293c247f0" providerId="LiveId" clId="{97D174C0-11E1-44AD-B4D7-7F49E599ACDC}" dt="2026-06-29T08:44:01.665" v="1153"/>
          <ac:spMkLst>
            <pc:docMk/>
            <pc:sldMk cId="4065858020" sldId="257"/>
            <ac:spMk id="15" creationId="{1109CF9A-834C-F0AA-2C9A-19FB1D7BB76E}"/>
          </ac:spMkLst>
        </pc:spChg>
        <pc:spChg chg="mod">
          <ac:chgData name="Eldon Thorne" userId="d60e8fc293c247f0" providerId="LiveId" clId="{97D174C0-11E1-44AD-B4D7-7F49E599ACDC}" dt="2026-06-29T08:44:01.665" v="1153"/>
          <ac:spMkLst>
            <pc:docMk/>
            <pc:sldMk cId="4065858020" sldId="257"/>
            <ac:spMk id="16" creationId="{D2FB0E42-6907-89AE-A879-12F303E8BBB2}"/>
          </ac:spMkLst>
        </pc:spChg>
        <pc:spChg chg="mod">
          <ac:chgData name="Eldon Thorne" userId="d60e8fc293c247f0" providerId="LiveId" clId="{97D174C0-11E1-44AD-B4D7-7F49E599ACDC}" dt="2026-06-29T08:44:01.665" v="1153"/>
          <ac:spMkLst>
            <pc:docMk/>
            <pc:sldMk cId="4065858020" sldId="257"/>
            <ac:spMk id="17" creationId="{12FEB35C-F01A-9DF7-8CC9-D9E192F5D4DC}"/>
          </ac:spMkLst>
        </pc:spChg>
        <pc:spChg chg="mod">
          <ac:chgData name="Eldon Thorne" userId="d60e8fc293c247f0" providerId="LiveId" clId="{97D174C0-11E1-44AD-B4D7-7F49E599ACDC}" dt="2026-06-29T08:44:43.567" v="1171"/>
          <ac:spMkLst>
            <pc:docMk/>
            <pc:sldMk cId="4065858020" sldId="257"/>
            <ac:spMk id="19" creationId="{D471E64B-F919-ECB4-C703-308248E367A4}"/>
          </ac:spMkLst>
        </pc:spChg>
        <pc:spChg chg="mod">
          <ac:chgData name="Eldon Thorne" userId="d60e8fc293c247f0" providerId="LiveId" clId="{97D174C0-11E1-44AD-B4D7-7F49E599ACDC}" dt="2026-06-29T08:50:27" v="1257" actId="552"/>
          <ac:spMkLst>
            <pc:docMk/>
            <pc:sldMk cId="4065858020" sldId="257"/>
            <ac:spMk id="20" creationId="{184821DE-15A9-F50F-E6B0-F244A806852A}"/>
          </ac:spMkLst>
        </pc:spChg>
        <pc:spChg chg="mod">
          <ac:chgData name="Eldon Thorne" userId="d60e8fc293c247f0" providerId="LiveId" clId="{97D174C0-11E1-44AD-B4D7-7F49E599ACDC}" dt="2026-06-29T11:40:24.281" v="3287" actId="14838"/>
          <ac:spMkLst>
            <pc:docMk/>
            <pc:sldMk cId="4065858020" sldId="257"/>
            <ac:spMk id="21" creationId="{510F082A-4AA3-D7A6-35A6-D893675FDF01}"/>
          </ac:spMkLst>
        </pc:spChg>
        <pc:grpChg chg="add mod ord">
          <ac:chgData name="Eldon Thorne" userId="d60e8fc293c247f0" providerId="LiveId" clId="{97D174C0-11E1-44AD-B4D7-7F49E599ACDC}" dt="2026-06-29T08:44:40.576" v="1170" actId="12788"/>
          <ac:grpSpMkLst>
            <pc:docMk/>
            <pc:sldMk cId="4065858020" sldId="257"/>
            <ac:grpSpMk id="13" creationId="{E60990C4-2FA0-D464-441A-9F28B9295442}"/>
          </ac:grpSpMkLst>
        </pc:grpChg>
        <pc:grpChg chg="add mod ord">
          <ac:chgData name="Eldon Thorne" userId="d60e8fc293c247f0" providerId="LiveId" clId="{97D174C0-11E1-44AD-B4D7-7F49E599ACDC}" dt="2026-06-29T08:44:12.186" v="1159" actId="1076"/>
          <ac:grpSpMkLst>
            <pc:docMk/>
            <pc:sldMk cId="4065858020" sldId="257"/>
            <ac:grpSpMk id="14" creationId="{4ADEA391-2762-E254-B021-0C2ED5F8E2A8}"/>
          </ac:grpSpMkLst>
        </pc:grpChg>
        <pc:grpChg chg="add mod ord">
          <ac:chgData name="Eldon Thorne" userId="d60e8fc293c247f0" providerId="LiveId" clId="{97D174C0-11E1-44AD-B4D7-7F49E599ACDC}" dt="2026-06-29T08:44:52.648" v="1173" actId="167"/>
          <ac:grpSpMkLst>
            <pc:docMk/>
            <pc:sldMk cId="4065858020" sldId="257"/>
            <ac:grpSpMk id="18" creationId="{CFA5AF2E-E917-B8D0-C735-0A09064D2A81}"/>
          </ac:grpSpMkLst>
        </pc:grpChg>
        <pc:graphicFrameChg chg="add mod ord">
          <ac:chgData name="Eldon Thorne" userId="d60e8fc293c247f0" providerId="LiveId" clId="{97D174C0-11E1-44AD-B4D7-7F49E599ACDC}" dt="2026-06-29T08:49:13.843" v="1244" actId="255"/>
          <ac:graphicFrameMkLst>
            <pc:docMk/>
            <pc:sldMk cId="4065858020" sldId="257"/>
            <ac:graphicFrameMk id="7" creationId="{A1EB73B5-1DBC-4AAD-AA20-94C5603D4D88}"/>
          </ac:graphicFrameMkLst>
        </pc:graphicFrameChg>
        <pc:graphicFrameChg chg="add mod ord">
          <ac:chgData name="Eldon Thorne" userId="d60e8fc293c247f0" providerId="LiveId" clId="{97D174C0-11E1-44AD-B4D7-7F49E599ACDC}" dt="2026-06-29T08:49:04.788" v="1243" actId="255"/>
          <ac:graphicFrameMkLst>
            <pc:docMk/>
            <pc:sldMk cId="4065858020" sldId="257"/>
            <ac:graphicFrameMk id="8" creationId="{628CD8F0-C605-4730-8A9B-D99FCD1FCA96}"/>
          </ac:graphicFrameMkLst>
        </pc:graphicFrameChg>
      </pc:sldChg>
      <pc:sldChg chg="addSp modSp mod">
        <pc:chgData name="Eldon Thorne" userId="d60e8fc293c247f0" providerId="LiveId" clId="{97D174C0-11E1-44AD-B4D7-7F49E599ACDC}" dt="2026-06-29T11:22:14.339" v="2334"/>
        <pc:sldMkLst>
          <pc:docMk/>
          <pc:sldMk cId="3107575857" sldId="258"/>
        </pc:sldMkLst>
        <pc:spChg chg="mod">
          <ac:chgData name="Eldon Thorne" userId="d60e8fc293c247f0" providerId="LiveId" clId="{97D174C0-11E1-44AD-B4D7-7F49E599ACDC}" dt="2026-06-29T08:42:22.186" v="1134" actId="108"/>
          <ac:spMkLst>
            <pc:docMk/>
            <pc:sldMk cId="3107575857" sldId="258"/>
            <ac:spMk id="4" creationId="{3FBABB02-629B-ADE3-E40F-8A57DD95B76B}"/>
          </ac:spMkLst>
        </pc:spChg>
        <pc:spChg chg="add mod">
          <ac:chgData name="Eldon Thorne" userId="d60e8fc293c247f0" providerId="LiveId" clId="{97D174C0-11E1-44AD-B4D7-7F49E599ACDC}" dt="2026-06-29T08:42:47.247" v="1139" actId="108"/>
          <ac:spMkLst>
            <pc:docMk/>
            <pc:sldMk cId="3107575857" sldId="258"/>
            <ac:spMk id="5" creationId="{59B04F47-8999-76BB-161A-01AF2593E791}"/>
          </ac:spMkLst>
        </pc:spChg>
        <pc:spChg chg="add mod ord">
          <ac:chgData name="Eldon Thorne" userId="d60e8fc293c247f0" providerId="LiveId" clId="{97D174C0-11E1-44AD-B4D7-7F49E599ACDC}" dt="2026-06-29T08:57:08.395" v="1362" actId="14861"/>
          <ac:spMkLst>
            <pc:docMk/>
            <pc:sldMk cId="3107575857" sldId="258"/>
            <ac:spMk id="6" creationId="{EB2D5ADD-54D4-FFB0-0A30-F79EBFB95BC7}"/>
          </ac:spMkLst>
        </pc:spChg>
        <pc:spChg chg="add mod ord">
          <ac:chgData name="Eldon Thorne" userId="d60e8fc293c247f0" providerId="LiveId" clId="{97D174C0-11E1-44AD-B4D7-7F49E599ACDC}" dt="2026-06-29T08:57:27.267" v="1364" actId="14861"/>
          <ac:spMkLst>
            <pc:docMk/>
            <pc:sldMk cId="3107575857" sldId="258"/>
            <ac:spMk id="7" creationId="{6868C6FC-6612-8C0D-6EB5-70809D9A0F70}"/>
          </ac:spMkLst>
        </pc:spChg>
        <pc:spChg chg="add mod">
          <ac:chgData name="Eldon Thorne" userId="d60e8fc293c247f0" providerId="LiveId" clId="{97D174C0-11E1-44AD-B4D7-7F49E599ACDC}" dt="2026-06-29T08:56:43.084" v="1354"/>
          <ac:spMkLst>
            <pc:docMk/>
            <pc:sldMk cId="3107575857" sldId="258"/>
            <ac:spMk id="8" creationId="{8C1B3092-82A6-D559-99E9-CBCEA13C55DC}"/>
          </ac:spMkLst>
        </pc:spChg>
        <pc:spChg chg="add mod ord">
          <ac:chgData name="Eldon Thorne" userId="d60e8fc293c247f0" providerId="LiveId" clId="{97D174C0-11E1-44AD-B4D7-7F49E599ACDC}" dt="2026-06-29T08:58:27.030" v="1401" actId="1036"/>
          <ac:spMkLst>
            <pc:docMk/>
            <pc:sldMk cId="3107575857" sldId="258"/>
            <ac:spMk id="9" creationId="{4B207FC4-765A-9FFE-C3D9-29E77231C6C9}"/>
          </ac:spMkLst>
        </pc:spChg>
        <pc:spChg chg="add mod">
          <ac:chgData name="Eldon Thorne" userId="d60e8fc293c247f0" providerId="LiveId" clId="{97D174C0-11E1-44AD-B4D7-7F49E599ACDC}" dt="2026-06-29T09:01:12.939" v="1440" actId="14838"/>
          <ac:spMkLst>
            <pc:docMk/>
            <pc:sldMk cId="3107575857" sldId="258"/>
            <ac:spMk id="10" creationId="{C0C43945-66DD-C517-921B-B98CA4E05F33}"/>
          </ac:spMkLst>
        </pc:spChg>
        <pc:spChg chg="add mod">
          <ac:chgData name="Eldon Thorne" userId="d60e8fc293c247f0" providerId="LiveId" clId="{97D174C0-11E1-44AD-B4D7-7F49E599ACDC}" dt="2026-06-29T11:22:14.339" v="2334"/>
          <ac:spMkLst>
            <pc:docMk/>
            <pc:sldMk cId="3107575857" sldId="258"/>
            <ac:spMk id="11" creationId="{4AFB9D2F-F6B4-9B54-6C8C-A7C621ACFFA0}"/>
          </ac:spMkLst>
        </pc:spChg>
        <pc:graphicFrameChg chg="add mod">
          <ac:chgData name="Eldon Thorne" userId="d60e8fc293c247f0" providerId="LiveId" clId="{97D174C0-11E1-44AD-B4D7-7F49E599ACDC}" dt="2026-06-29T09:01:47.207" v="1448"/>
          <ac:graphicFrameMkLst>
            <pc:docMk/>
            <pc:sldMk cId="3107575857" sldId="258"/>
            <ac:graphicFrameMk id="2" creationId="{FE4186B6-4D40-49D8-A7A0-FBF1E9C02664}"/>
          </ac:graphicFrameMkLst>
        </pc:graphicFrameChg>
        <pc:graphicFrameChg chg="add mod">
          <ac:chgData name="Eldon Thorne" userId="d60e8fc293c247f0" providerId="LiveId" clId="{97D174C0-11E1-44AD-B4D7-7F49E599ACDC}" dt="2026-06-29T09:00:45.975" v="1435" actId="14838"/>
          <ac:graphicFrameMkLst>
            <pc:docMk/>
            <pc:sldMk cId="3107575857" sldId="258"/>
            <ac:graphicFrameMk id="3" creationId="{E79AB60B-9BC0-485F-B021-71260115B47A}"/>
          </ac:graphicFrameMkLst>
        </pc:graphicFrameChg>
      </pc:sldChg>
      <pc:sldChg chg="addSp modSp del mod">
        <pc:chgData name="Eldon Thorne" userId="d60e8fc293c247f0" providerId="LiveId" clId="{97D174C0-11E1-44AD-B4D7-7F49E599ACDC}" dt="2026-06-29T10:10:45.894" v="1979" actId="47"/>
        <pc:sldMkLst>
          <pc:docMk/>
          <pc:sldMk cId="3389340691" sldId="259"/>
        </pc:sldMkLst>
        <pc:spChg chg="mod">
          <ac:chgData name="Eldon Thorne" userId="d60e8fc293c247f0" providerId="LiveId" clId="{97D174C0-11E1-44AD-B4D7-7F49E599ACDC}" dt="2026-06-29T08:42:23.765" v="1135" actId="108"/>
          <ac:spMkLst>
            <pc:docMk/>
            <pc:sldMk cId="3389340691" sldId="259"/>
            <ac:spMk id="4" creationId="{6C602335-60E2-3227-608A-4FA475D6FE88}"/>
          </ac:spMkLst>
        </pc:spChg>
        <pc:spChg chg="add mod">
          <ac:chgData name="Eldon Thorne" userId="d60e8fc293c247f0" providerId="LiveId" clId="{97D174C0-11E1-44AD-B4D7-7F49E599ACDC}" dt="2026-06-29T08:42:49.503" v="1140" actId="108"/>
          <ac:spMkLst>
            <pc:docMk/>
            <pc:sldMk cId="3389340691" sldId="259"/>
            <ac:spMk id="5" creationId="{800109E1-D09B-F039-549C-625812BDE6EC}"/>
          </ac:spMkLst>
        </pc:spChg>
        <pc:graphicFrameChg chg="add mod">
          <ac:chgData name="Eldon Thorne" userId="d60e8fc293c247f0" providerId="LiveId" clId="{97D174C0-11E1-44AD-B4D7-7F49E599ACDC}" dt="2026-06-29T09:07:16.144" v="1538"/>
          <ac:graphicFrameMkLst>
            <pc:docMk/>
            <pc:sldMk cId="3389340691" sldId="259"/>
            <ac:graphicFrameMk id="2" creationId="{9C4628D2-E039-4561-B84A-A9E33D4F261E}"/>
          </ac:graphicFrameMkLst>
        </pc:graphicFrameChg>
        <pc:graphicFrameChg chg="add mod modGraphic">
          <ac:chgData name="Eldon Thorne" userId="d60e8fc293c247f0" providerId="LiveId" clId="{97D174C0-11E1-44AD-B4D7-7F49E599ACDC}" dt="2026-06-29T09:40:12.497" v="1925" actId="20577"/>
          <ac:graphicFrameMkLst>
            <pc:docMk/>
            <pc:sldMk cId="3389340691" sldId="259"/>
            <ac:graphicFrameMk id="3" creationId="{C6CEC54F-7905-2F3B-2BF5-71BFB341A2A9}"/>
          </ac:graphicFrameMkLst>
        </pc:graphicFrameChg>
      </pc:sldChg>
      <pc:sldChg chg="addSp delSp modSp mod">
        <pc:chgData name="Eldon Thorne" userId="d60e8fc293c247f0" providerId="LiveId" clId="{97D174C0-11E1-44AD-B4D7-7F49E599ACDC}" dt="2026-06-29T12:02:19.591" v="4125"/>
        <pc:sldMkLst>
          <pc:docMk/>
          <pc:sldMk cId="4019916074" sldId="260"/>
        </pc:sldMkLst>
        <pc:spChg chg="add del mod">
          <ac:chgData name="Eldon Thorne" userId="d60e8fc293c247f0" providerId="LiveId" clId="{97D174C0-11E1-44AD-B4D7-7F49E599ACDC}" dt="2026-06-29T12:00:11.606" v="4047" actId="478"/>
          <ac:spMkLst>
            <pc:docMk/>
            <pc:sldMk cId="4019916074" sldId="260"/>
            <ac:spMk id="2" creationId="{5FC16159-DFAE-7EA2-61E9-115FB587FAC2}"/>
          </ac:spMkLst>
        </pc:spChg>
        <pc:spChg chg="mod">
          <ac:chgData name="Eldon Thorne" userId="d60e8fc293c247f0" providerId="LiveId" clId="{97D174C0-11E1-44AD-B4D7-7F49E599ACDC}" dt="2026-06-29T12:01:29.924" v="4114"/>
          <ac:spMkLst>
            <pc:docMk/>
            <pc:sldMk cId="4019916074" sldId="260"/>
            <ac:spMk id="4" creationId="{1DB599C2-7362-FA1F-77DF-9EE029B52258}"/>
          </ac:spMkLst>
        </pc:spChg>
        <pc:spChg chg="mod">
          <ac:chgData name="Eldon Thorne" userId="d60e8fc293c247f0" providerId="LiveId" clId="{97D174C0-11E1-44AD-B4D7-7F49E599ACDC}" dt="2026-06-29T11:42:42.391" v="3416"/>
          <ac:spMkLst>
            <pc:docMk/>
            <pc:sldMk cId="4019916074" sldId="260"/>
            <ac:spMk id="5" creationId="{0CD501F7-7834-32A6-E640-70AEB71077D6}"/>
          </ac:spMkLst>
        </pc:spChg>
        <pc:spChg chg="mod">
          <ac:chgData name="Eldon Thorne" userId="d60e8fc293c247f0" providerId="LiveId" clId="{97D174C0-11E1-44AD-B4D7-7F49E599ACDC}" dt="2026-06-29T11:42:42.391" v="3416"/>
          <ac:spMkLst>
            <pc:docMk/>
            <pc:sldMk cId="4019916074" sldId="260"/>
            <ac:spMk id="6" creationId="{D7A294D0-2D83-A7D9-C4A3-B5DE19537581}"/>
          </ac:spMkLst>
        </pc:spChg>
        <pc:spChg chg="mod">
          <ac:chgData name="Eldon Thorne" userId="d60e8fc293c247f0" providerId="LiveId" clId="{97D174C0-11E1-44AD-B4D7-7F49E599ACDC}" dt="2026-06-29T11:42:42.391" v="3416"/>
          <ac:spMkLst>
            <pc:docMk/>
            <pc:sldMk cId="4019916074" sldId="260"/>
            <ac:spMk id="9" creationId="{6BADC2E9-EEB5-2409-F921-58791FAD4064}"/>
          </ac:spMkLst>
        </pc:spChg>
        <pc:spChg chg="add mod">
          <ac:chgData name="Eldon Thorne" userId="d60e8fc293c247f0" providerId="LiveId" clId="{97D174C0-11E1-44AD-B4D7-7F49E599ACDC}" dt="2026-06-29T08:42:53.182" v="1141" actId="108"/>
          <ac:spMkLst>
            <pc:docMk/>
            <pc:sldMk cId="4019916074" sldId="260"/>
            <ac:spMk id="13" creationId="{AD7B3FBA-168E-DD84-0BEA-D9CEA62F116D}"/>
          </ac:spMkLst>
        </pc:spChg>
        <pc:spChg chg="add mod ord">
          <ac:chgData name="Eldon Thorne" userId="d60e8fc293c247f0" providerId="LiveId" clId="{97D174C0-11E1-44AD-B4D7-7F49E599ACDC}" dt="2026-06-29T12:01:11.669" v="4097" actId="14100"/>
          <ac:spMkLst>
            <pc:docMk/>
            <pc:sldMk cId="4019916074" sldId="260"/>
            <ac:spMk id="14" creationId="{F58FA380-2D25-619D-4DDF-FB29971A41AF}"/>
          </ac:spMkLst>
        </pc:spChg>
        <pc:spChg chg="add mod">
          <ac:chgData name="Eldon Thorne" userId="d60e8fc293c247f0" providerId="LiveId" clId="{97D174C0-11E1-44AD-B4D7-7F49E599ACDC}" dt="2026-06-29T12:01:22.891" v="4098" actId="1076"/>
          <ac:spMkLst>
            <pc:docMk/>
            <pc:sldMk cId="4019916074" sldId="260"/>
            <ac:spMk id="15" creationId="{ACD3370E-8895-405F-879F-204144CF5816}"/>
          </ac:spMkLst>
        </pc:spChg>
        <pc:spChg chg="add mod">
          <ac:chgData name="Eldon Thorne" userId="d60e8fc293c247f0" providerId="LiveId" clId="{97D174C0-11E1-44AD-B4D7-7F49E599ACDC}" dt="2026-06-29T11:54:28.833" v="3876"/>
          <ac:spMkLst>
            <pc:docMk/>
            <pc:sldMk cId="4019916074" sldId="260"/>
            <ac:spMk id="16" creationId="{3D1D50AF-6801-5BE4-E325-A9AE618FECFF}"/>
          </ac:spMkLst>
        </pc:spChg>
        <pc:spChg chg="add mod ord">
          <ac:chgData name="Eldon Thorne" userId="d60e8fc293c247f0" providerId="LiveId" clId="{97D174C0-11E1-44AD-B4D7-7F49E599ACDC}" dt="2026-06-29T11:53:02.489" v="3846" actId="164"/>
          <ac:spMkLst>
            <pc:docMk/>
            <pc:sldMk cId="4019916074" sldId="260"/>
            <ac:spMk id="17" creationId="{AA797248-8AA9-FC63-6E79-ABF3F607AA21}"/>
          </ac:spMkLst>
        </pc:spChg>
        <pc:spChg chg="add del mod">
          <ac:chgData name="Eldon Thorne" userId="d60e8fc293c247f0" providerId="LiveId" clId="{97D174C0-11E1-44AD-B4D7-7F49E599ACDC}" dt="2026-06-29T11:56:38.188" v="3925"/>
          <ac:spMkLst>
            <pc:docMk/>
            <pc:sldMk cId="4019916074" sldId="260"/>
            <ac:spMk id="19" creationId="{1CDD56A8-A065-90D5-9FB2-255078F5A68B}"/>
          </ac:spMkLst>
        </pc:spChg>
        <pc:spChg chg="mod">
          <ac:chgData name="Eldon Thorne" userId="d60e8fc293c247f0" providerId="LiveId" clId="{97D174C0-11E1-44AD-B4D7-7F49E599ACDC}" dt="2026-06-29T11:55:29.805" v="3903" actId="14100"/>
          <ac:spMkLst>
            <pc:docMk/>
            <pc:sldMk cId="4019916074" sldId="260"/>
            <ac:spMk id="21" creationId="{26037D62-BA13-BA79-54F0-B7C0B7190502}"/>
          </ac:spMkLst>
        </pc:spChg>
        <pc:spChg chg="mod">
          <ac:chgData name="Eldon Thorne" userId="d60e8fc293c247f0" providerId="LiveId" clId="{97D174C0-11E1-44AD-B4D7-7F49E599ACDC}" dt="2026-06-29T11:54:34.030" v="3888"/>
          <ac:spMkLst>
            <pc:docMk/>
            <pc:sldMk cId="4019916074" sldId="260"/>
            <ac:spMk id="22" creationId="{F7D2ECD3-7B56-DFDC-6F3C-6355CC29E026}"/>
          </ac:spMkLst>
        </pc:spChg>
        <pc:spChg chg="add del mod">
          <ac:chgData name="Eldon Thorne" userId="d60e8fc293c247f0" providerId="LiveId" clId="{97D174C0-11E1-44AD-B4D7-7F49E599ACDC}" dt="2026-06-29T11:56:23.310" v="3913" actId="21"/>
          <ac:spMkLst>
            <pc:docMk/>
            <pc:sldMk cId="4019916074" sldId="260"/>
            <ac:spMk id="23" creationId="{82BFB7BB-1122-D98E-6D3C-1B149F5FC068}"/>
          </ac:spMkLst>
        </pc:spChg>
        <pc:spChg chg="mod">
          <ac:chgData name="Eldon Thorne" userId="d60e8fc293c247f0" providerId="LiveId" clId="{97D174C0-11E1-44AD-B4D7-7F49E599ACDC}" dt="2026-06-29T12:00:37.174" v="4088" actId="14100"/>
          <ac:spMkLst>
            <pc:docMk/>
            <pc:sldMk cId="4019916074" sldId="260"/>
            <ac:spMk id="25" creationId="{26037D62-BA13-BA79-54F0-B7C0B7190502}"/>
          </ac:spMkLst>
        </pc:spChg>
        <pc:spChg chg="mod">
          <ac:chgData name="Eldon Thorne" userId="d60e8fc293c247f0" providerId="LiveId" clId="{97D174C0-11E1-44AD-B4D7-7F49E599ACDC}" dt="2026-06-29T11:56:24.549" v="3914"/>
          <ac:spMkLst>
            <pc:docMk/>
            <pc:sldMk cId="4019916074" sldId="260"/>
            <ac:spMk id="26" creationId="{F7D2ECD3-7B56-DFDC-6F3C-6355CC29E026}"/>
          </ac:spMkLst>
        </pc:spChg>
        <pc:spChg chg="add mod">
          <ac:chgData name="Eldon Thorne" userId="d60e8fc293c247f0" providerId="LiveId" clId="{97D174C0-11E1-44AD-B4D7-7F49E599ACDC}" dt="2026-06-29T12:00:55.720" v="4093" actId="123"/>
          <ac:spMkLst>
            <pc:docMk/>
            <pc:sldMk cId="4019916074" sldId="260"/>
            <ac:spMk id="27" creationId="{82BFB7BB-1122-D98E-6D3C-1B149F5FC068}"/>
          </ac:spMkLst>
        </pc:spChg>
        <pc:spChg chg="mod">
          <ac:chgData name="Eldon Thorne" userId="d60e8fc293c247f0" providerId="LiveId" clId="{97D174C0-11E1-44AD-B4D7-7F49E599ACDC}" dt="2026-06-29T11:56:51.230" v="3928" actId="14100"/>
          <ac:spMkLst>
            <pc:docMk/>
            <pc:sldMk cId="4019916074" sldId="260"/>
            <ac:spMk id="29" creationId="{4AB16F57-9939-1770-EDC8-7BD1B1129579}"/>
          </ac:spMkLst>
        </pc:spChg>
        <pc:spChg chg="mod">
          <ac:chgData name="Eldon Thorne" userId="d60e8fc293c247f0" providerId="LiveId" clId="{97D174C0-11E1-44AD-B4D7-7F49E599ACDC}" dt="2026-06-29T11:56:30.732" v="3921"/>
          <ac:spMkLst>
            <pc:docMk/>
            <pc:sldMk cId="4019916074" sldId="260"/>
            <ac:spMk id="30" creationId="{82E1E89C-3E03-9D8D-2613-763490C8DE4A}"/>
          </ac:spMkLst>
        </pc:spChg>
        <pc:spChg chg="add mod">
          <ac:chgData name="Eldon Thorne" userId="d60e8fc293c247f0" providerId="LiveId" clId="{97D174C0-11E1-44AD-B4D7-7F49E599ACDC}" dt="2026-06-29T12:00:57.958" v="4094" actId="123"/>
          <ac:spMkLst>
            <pc:docMk/>
            <pc:sldMk cId="4019916074" sldId="260"/>
            <ac:spMk id="31" creationId="{ECF76CFC-4E19-2953-9992-8686B0BE7987}"/>
          </ac:spMkLst>
        </pc:spChg>
        <pc:spChg chg="mod">
          <ac:chgData name="Eldon Thorne" userId="d60e8fc293c247f0" providerId="LiveId" clId="{97D174C0-11E1-44AD-B4D7-7F49E599ACDC}" dt="2026-06-29T12:00:40.420" v="4089" actId="14100"/>
          <ac:spMkLst>
            <pc:docMk/>
            <pc:sldMk cId="4019916074" sldId="260"/>
            <ac:spMk id="33" creationId="{1D1B5993-320D-9AAE-5141-29B05B8D8F7A}"/>
          </ac:spMkLst>
        </pc:spChg>
        <pc:spChg chg="mod">
          <ac:chgData name="Eldon Thorne" userId="d60e8fc293c247f0" providerId="LiveId" clId="{97D174C0-11E1-44AD-B4D7-7F49E599ACDC}" dt="2026-06-29T11:57:41.755" v="3963"/>
          <ac:spMkLst>
            <pc:docMk/>
            <pc:sldMk cId="4019916074" sldId="260"/>
            <ac:spMk id="34" creationId="{41EE6EE6-08C0-1E77-FBFC-B80172282EE6}"/>
          </ac:spMkLst>
        </pc:spChg>
        <pc:spChg chg="add mod">
          <ac:chgData name="Eldon Thorne" userId="d60e8fc293c247f0" providerId="LiveId" clId="{97D174C0-11E1-44AD-B4D7-7F49E599ACDC}" dt="2026-06-29T11:59:16.070" v="4002"/>
          <ac:spMkLst>
            <pc:docMk/>
            <pc:sldMk cId="4019916074" sldId="260"/>
            <ac:spMk id="35" creationId="{2EA4A2CE-150D-E5E2-2DB8-C7BAE6FCD9CD}"/>
          </ac:spMkLst>
        </pc:spChg>
        <pc:spChg chg="mod">
          <ac:chgData name="Eldon Thorne" userId="d60e8fc293c247f0" providerId="LiveId" clId="{97D174C0-11E1-44AD-B4D7-7F49E599ACDC}" dt="2026-06-29T11:59:26.825" v="4004"/>
          <ac:spMkLst>
            <pc:docMk/>
            <pc:sldMk cId="4019916074" sldId="260"/>
            <ac:spMk id="37" creationId="{E8175133-D832-749C-A67F-23B12B331775}"/>
          </ac:spMkLst>
        </pc:spChg>
        <pc:spChg chg="mod">
          <ac:chgData name="Eldon Thorne" userId="d60e8fc293c247f0" providerId="LiveId" clId="{97D174C0-11E1-44AD-B4D7-7F49E599ACDC}" dt="2026-06-29T11:59:35.127" v="4014"/>
          <ac:spMkLst>
            <pc:docMk/>
            <pc:sldMk cId="4019916074" sldId="260"/>
            <ac:spMk id="38" creationId="{49A29833-41FF-C936-4D27-253F4F669517}"/>
          </ac:spMkLst>
        </pc:spChg>
        <pc:spChg chg="add mod">
          <ac:chgData name="Eldon Thorne" userId="d60e8fc293c247f0" providerId="LiveId" clId="{97D174C0-11E1-44AD-B4D7-7F49E599ACDC}" dt="2026-06-29T12:02:19.591" v="4125"/>
          <ac:spMkLst>
            <pc:docMk/>
            <pc:sldMk cId="4019916074" sldId="260"/>
            <ac:spMk id="39" creationId="{5003EF47-D2E7-6456-CD3C-620739A2BD7A}"/>
          </ac:spMkLst>
        </pc:spChg>
        <pc:grpChg chg="add del mod ord">
          <ac:chgData name="Eldon Thorne" userId="d60e8fc293c247f0" providerId="LiveId" clId="{97D174C0-11E1-44AD-B4D7-7F49E599ACDC}" dt="2026-06-29T11:42:57.721" v="3423" actId="478"/>
          <ac:grpSpMkLst>
            <pc:docMk/>
            <pc:sldMk cId="4019916074" sldId="260"/>
            <ac:grpSpMk id="3" creationId="{9D198851-2088-5686-992F-ABCA2AAB6C00}"/>
          </ac:grpSpMkLst>
        </pc:grpChg>
        <pc:grpChg chg="add del mod">
          <ac:chgData name="Eldon Thorne" userId="d60e8fc293c247f0" providerId="LiveId" clId="{97D174C0-11E1-44AD-B4D7-7F49E599ACDC}" dt="2026-06-29T11:56:41.230" v="3926" actId="478"/>
          <ac:grpSpMkLst>
            <pc:docMk/>
            <pc:sldMk cId="4019916074" sldId="260"/>
            <ac:grpSpMk id="18" creationId="{D1F6DF18-EB2A-BFE4-C02B-FAB07E8700D9}"/>
          </ac:grpSpMkLst>
        </pc:grpChg>
        <pc:grpChg chg="add del mod">
          <ac:chgData name="Eldon Thorne" userId="d60e8fc293c247f0" providerId="LiveId" clId="{97D174C0-11E1-44AD-B4D7-7F49E599ACDC}" dt="2026-06-29T11:56:23.310" v="3913" actId="21"/>
          <ac:grpSpMkLst>
            <pc:docMk/>
            <pc:sldMk cId="4019916074" sldId="260"/>
            <ac:grpSpMk id="20" creationId="{F4DC9FB0-B507-F7DB-B427-766F92416E32}"/>
          </ac:grpSpMkLst>
        </pc:grpChg>
        <pc:grpChg chg="add mod">
          <ac:chgData name="Eldon Thorne" userId="d60e8fc293c247f0" providerId="LiveId" clId="{97D174C0-11E1-44AD-B4D7-7F49E599ACDC}" dt="2026-06-29T11:57:33.174" v="3956" actId="1076"/>
          <ac:grpSpMkLst>
            <pc:docMk/>
            <pc:sldMk cId="4019916074" sldId="260"/>
            <ac:grpSpMk id="24" creationId="{F4DC9FB0-B507-F7DB-B427-766F92416E32}"/>
          </ac:grpSpMkLst>
        </pc:grpChg>
        <pc:grpChg chg="add mod">
          <ac:chgData name="Eldon Thorne" userId="d60e8fc293c247f0" providerId="LiveId" clId="{97D174C0-11E1-44AD-B4D7-7F49E599ACDC}" dt="2026-06-29T12:00:34.013" v="4087" actId="14100"/>
          <ac:grpSpMkLst>
            <pc:docMk/>
            <pc:sldMk cId="4019916074" sldId="260"/>
            <ac:grpSpMk id="28" creationId="{CFD76033-AF60-CFBD-3688-9F3E79784270}"/>
          </ac:grpSpMkLst>
        </pc:grpChg>
        <pc:grpChg chg="add mod">
          <ac:chgData name="Eldon Thorne" userId="d60e8fc293c247f0" providerId="LiveId" clId="{97D174C0-11E1-44AD-B4D7-7F49E599ACDC}" dt="2026-06-29T11:57:38.861" v="3957" actId="1076"/>
          <ac:grpSpMkLst>
            <pc:docMk/>
            <pc:sldMk cId="4019916074" sldId="260"/>
            <ac:grpSpMk id="32" creationId="{2C635E52-2CFA-A2B4-0352-452BC871F12C}"/>
          </ac:grpSpMkLst>
        </pc:grpChg>
        <pc:grpChg chg="add mod">
          <ac:chgData name="Eldon Thorne" userId="d60e8fc293c247f0" providerId="LiveId" clId="{97D174C0-11E1-44AD-B4D7-7F49E599ACDC}" dt="2026-06-29T12:00:43.301" v="4090" actId="14100"/>
          <ac:grpSpMkLst>
            <pc:docMk/>
            <pc:sldMk cId="4019916074" sldId="260"/>
            <ac:grpSpMk id="36" creationId="{607049EB-8069-4F6B-1922-B393461E9F52}"/>
          </ac:grpSpMkLst>
        </pc:grpChg>
        <pc:graphicFrameChg chg="add del mod">
          <ac:chgData name="Eldon Thorne" userId="d60e8fc293c247f0" providerId="LiveId" clId="{97D174C0-11E1-44AD-B4D7-7F49E599ACDC}" dt="2026-06-29T06:03:57.869" v="207" actId="478"/>
          <ac:graphicFrameMkLst>
            <pc:docMk/>
            <pc:sldMk cId="4019916074" sldId="260"/>
            <ac:graphicFrameMk id="2" creationId="{8AD4540B-173D-4F76-8EF3-D5852AEACB6F}"/>
          </ac:graphicFrameMkLst>
        </pc:graphicFrameChg>
        <pc:graphicFrameChg chg="add del mod">
          <ac:chgData name="Eldon Thorne" userId="d60e8fc293c247f0" providerId="LiveId" clId="{97D174C0-11E1-44AD-B4D7-7F49E599ACDC}" dt="2026-06-29T05:59:40.090" v="122" actId="478"/>
          <ac:graphicFrameMkLst>
            <pc:docMk/>
            <pc:sldMk cId="4019916074" sldId="260"/>
            <ac:graphicFrameMk id="3" creationId="{8AD4540B-173D-4F76-8EF3-D5852AEACB6F}"/>
          </ac:graphicFrameMkLst>
        </pc:graphicFrameChg>
        <pc:graphicFrameChg chg="add del mod">
          <ac:chgData name="Eldon Thorne" userId="d60e8fc293c247f0" providerId="LiveId" clId="{97D174C0-11E1-44AD-B4D7-7F49E599ACDC}" dt="2026-06-29T06:03:59.680" v="208" actId="478"/>
          <ac:graphicFrameMkLst>
            <pc:docMk/>
            <pc:sldMk cId="4019916074" sldId="260"/>
            <ac:graphicFrameMk id="5" creationId="{8AD4540B-173D-4F76-8EF3-D5852AEACB6F}"/>
          </ac:graphicFrameMkLst>
        </pc:graphicFrameChg>
        <pc:graphicFrameChg chg="add del mod">
          <ac:chgData name="Eldon Thorne" userId="d60e8fc293c247f0" providerId="LiveId" clId="{97D174C0-11E1-44AD-B4D7-7F49E599ACDC}" dt="2026-06-29T06:03:57.137" v="206" actId="478"/>
          <ac:graphicFrameMkLst>
            <pc:docMk/>
            <pc:sldMk cId="4019916074" sldId="260"/>
            <ac:graphicFrameMk id="6" creationId="{8AD4540B-173D-4F76-8EF3-D5852AEACB6F}"/>
          </ac:graphicFrameMkLst>
        </pc:graphicFrameChg>
        <pc:graphicFrameChg chg="add mod">
          <ac:chgData name="Eldon Thorne" userId="d60e8fc293c247f0" providerId="LiveId" clId="{97D174C0-11E1-44AD-B4D7-7F49E599ACDC}" dt="2026-06-29T11:53:32.216" v="3850" actId="12788"/>
          <ac:graphicFrameMkLst>
            <pc:docMk/>
            <pc:sldMk cId="4019916074" sldId="260"/>
            <ac:graphicFrameMk id="7" creationId="{8AD4540B-173D-4F76-8EF3-D5852AEACB6F}"/>
          </ac:graphicFrameMkLst>
        </pc:graphicFrameChg>
        <pc:graphicFrameChg chg="add del mod">
          <ac:chgData name="Eldon Thorne" userId="d60e8fc293c247f0" providerId="LiveId" clId="{97D174C0-11E1-44AD-B4D7-7F49E599ACDC}" dt="2026-06-29T11:13:43.052" v="1993" actId="478"/>
          <ac:graphicFrameMkLst>
            <pc:docMk/>
            <pc:sldMk cId="4019916074" sldId="260"/>
            <ac:graphicFrameMk id="8" creationId="{8AD4540B-173D-4F76-8EF3-D5852AEACB6F}"/>
          </ac:graphicFrameMkLst>
        </pc:graphicFrameChg>
        <pc:graphicFrameChg chg="add mod">
          <ac:chgData name="Eldon Thorne" userId="d60e8fc293c247f0" providerId="LiveId" clId="{97D174C0-11E1-44AD-B4D7-7F49E599ACDC}" dt="2026-06-29T06:04:53.146" v="248"/>
          <ac:graphicFrameMkLst>
            <pc:docMk/>
            <pc:sldMk cId="4019916074" sldId="260"/>
            <ac:graphicFrameMk id="9" creationId="{8AD4540B-173D-4F76-8EF3-D5852AEACB6F}"/>
          </ac:graphicFrameMkLst>
        </pc:graphicFrameChg>
        <pc:graphicFrameChg chg="add del mod">
          <ac:chgData name="Eldon Thorne" userId="d60e8fc293c247f0" providerId="LiveId" clId="{97D174C0-11E1-44AD-B4D7-7F49E599ACDC}" dt="2026-06-29T11:13:41.821" v="1992" actId="478"/>
          <ac:graphicFrameMkLst>
            <pc:docMk/>
            <pc:sldMk cId="4019916074" sldId="260"/>
            <ac:graphicFrameMk id="10" creationId="{8AD4540B-173D-4F76-8EF3-D5852AEACB6F}"/>
          </ac:graphicFrameMkLst>
        </pc:graphicFrameChg>
        <pc:graphicFrameChg chg="add del mod">
          <ac:chgData name="Eldon Thorne" userId="d60e8fc293c247f0" providerId="LiveId" clId="{97D174C0-11E1-44AD-B4D7-7F49E599ACDC}" dt="2026-06-29T11:13:41.821" v="1992" actId="478"/>
          <ac:graphicFrameMkLst>
            <pc:docMk/>
            <pc:sldMk cId="4019916074" sldId="260"/>
            <ac:graphicFrameMk id="11" creationId="{8AD4540B-173D-4F76-8EF3-D5852AEACB6F}"/>
          </ac:graphicFrameMkLst>
        </pc:graphicFrameChg>
        <pc:graphicFrameChg chg="add del mod">
          <ac:chgData name="Eldon Thorne" userId="d60e8fc293c247f0" providerId="LiveId" clId="{97D174C0-11E1-44AD-B4D7-7F49E599ACDC}" dt="2026-06-29T11:13:41.821" v="1992" actId="478"/>
          <ac:graphicFrameMkLst>
            <pc:docMk/>
            <pc:sldMk cId="4019916074" sldId="260"/>
            <ac:graphicFrameMk id="12" creationId="{8AD4540B-173D-4F76-8EF3-D5852AEACB6F}"/>
          </ac:graphicFrameMkLst>
        </pc:graphicFrameChg>
      </pc:sldChg>
      <pc:sldChg chg="addSp modSp add mod">
        <pc:chgData name="Eldon Thorne" userId="d60e8fc293c247f0" providerId="LiveId" clId="{97D174C0-11E1-44AD-B4D7-7F49E599ACDC}" dt="2026-06-29T12:04:33.036" v="4143" actId="2711"/>
        <pc:sldMkLst>
          <pc:docMk/>
          <pc:sldMk cId="867375798" sldId="261"/>
        </pc:sldMkLst>
        <pc:spChg chg="add mod">
          <ac:chgData name="Eldon Thorne" userId="d60e8fc293c247f0" providerId="LiveId" clId="{97D174C0-11E1-44AD-B4D7-7F49E599ACDC}" dt="2026-06-29T11:34:58.631" v="3123"/>
          <ac:spMkLst>
            <pc:docMk/>
            <pc:sldMk cId="867375798" sldId="261"/>
            <ac:spMk id="2" creationId="{2FB6C44E-2584-11FC-EEA2-5C0F2BDBD0E5}"/>
          </ac:spMkLst>
        </pc:spChg>
        <pc:spChg chg="mod">
          <ac:chgData name="Eldon Thorne" userId="d60e8fc293c247f0" providerId="LiveId" clId="{97D174C0-11E1-44AD-B4D7-7F49E599ACDC}" dt="2026-06-29T08:42:27.421" v="1137" actId="108"/>
          <ac:spMkLst>
            <pc:docMk/>
            <pc:sldMk cId="867375798" sldId="261"/>
            <ac:spMk id="4" creationId="{421F144C-E228-5949-54BD-1E549AAAD4F7}"/>
          </ac:spMkLst>
        </pc:spChg>
        <pc:spChg chg="add mod">
          <ac:chgData name="Eldon Thorne" userId="d60e8fc293c247f0" providerId="LiveId" clId="{97D174C0-11E1-44AD-B4D7-7F49E599ACDC}" dt="2026-06-29T08:42:55.111" v="1142" actId="108"/>
          <ac:spMkLst>
            <pc:docMk/>
            <pc:sldMk cId="867375798" sldId="261"/>
            <ac:spMk id="5" creationId="{858B9EE2-13BC-95BC-A939-C8D85A879ABF}"/>
          </ac:spMkLst>
        </pc:spChg>
        <pc:spChg chg="add mod">
          <ac:chgData name="Eldon Thorne" userId="d60e8fc293c247f0" providerId="LiveId" clId="{97D174C0-11E1-44AD-B4D7-7F49E599ACDC}" dt="2026-06-29T12:04:33.036" v="4143" actId="2711"/>
          <ac:spMkLst>
            <pc:docMk/>
            <pc:sldMk cId="867375798" sldId="261"/>
            <ac:spMk id="6" creationId="{150895DB-91E6-43E8-8743-A47A70F7F88A}"/>
          </ac:spMkLst>
        </pc:spChg>
        <pc:spChg chg="add mod ord">
          <ac:chgData name="Eldon Thorne" userId="d60e8fc293c247f0" providerId="LiveId" clId="{97D174C0-11E1-44AD-B4D7-7F49E599ACDC}" dt="2026-06-29T12:03:17.993" v="4134" actId="552"/>
          <ac:spMkLst>
            <pc:docMk/>
            <pc:sldMk cId="867375798" sldId="261"/>
            <ac:spMk id="7" creationId="{AFE071DF-8022-8AD9-66FF-88900331142B}"/>
          </ac:spMkLst>
        </pc:spChg>
        <pc:spChg chg="add mod">
          <ac:chgData name="Eldon Thorne" userId="d60e8fc293c247f0" providerId="LiveId" clId="{97D174C0-11E1-44AD-B4D7-7F49E599ACDC}" dt="2026-06-29T12:03:21.733" v="4135" actId="1076"/>
          <ac:spMkLst>
            <pc:docMk/>
            <pc:sldMk cId="867375798" sldId="261"/>
            <ac:spMk id="8" creationId="{E575A2C2-58D3-0154-AD5C-F96F2C3F390F}"/>
          </ac:spMkLst>
        </pc:spChg>
        <pc:graphicFrameChg chg="add mod">
          <ac:chgData name="Eldon Thorne" userId="d60e8fc293c247f0" providerId="LiveId" clId="{97D174C0-11E1-44AD-B4D7-7F49E599ACDC}" dt="2026-06-29T06:09:29.593" v="335"/>
          <ac:graphicFrameMkLst>
            <pc:docMk/>
            <pc:sldMk cId="867375798" sldId="261"/>
            <ac:graphicFrameMk id="2" creationId="{DD26E2A7-58A9-48FE-923B-E7FF50577ACD}"/>
          </ac:graphicFrameMkLst>
        </pc:graphicFrameChg>
        <pc:graphicFrameChg chg="add mod">
          <ac:chgData name="Eldon Thorne" userId="d60e8fc293c247f0" providerId="LiveId" clId="{97D174C0-11E1-44AD-B4D7-7F49E599ACDC}" dt="2026-06-29T12:03:54.276" v="4142" actId="14100"/>
          <ac:graphicFrameMkLst>
            <pc:docMk/>
            <pc:sldMk cId="867375798" sldId="261"/>
            <ac:graphicFrameMk id="3" creationId="{DD26E2A7-58A9-48FE-923B-E7FF50577ACD}"/>
          </ac:graphicFrameMkLst>
        </pc:graphicFrameChg>
      </pc:sldChg>
      <pc:sldChg chg="addSp delSp modSp add mod setBg">
        <pc:chgData name="Eldon Thorne" userId="d60e8fc293c247f0" providerId="LiveId" clId="{97D174C0-11E1-44AD-B4D7-7F49E599ACDC}" dt="2026-06-29T11:40:31.413" v="3288" actId="14838"/>
        <pc:sldMkLst>
          <pc:docMk/>
          <pc:sldMk cId="976457403" sldId="262"/>
        </pc:sldMkLst>
        <pc:spChg chg="add mod">
          <ac:chgData name="Eldon Thorne" userId="d60e8fc293c247f0" providerId="LiveId" clId="{97D174C0-11E1-44AD-B4D7-7F49E599ACDC}" dt="2026-06-29T08:42:39.327" v="1138" actId="108"/>
          <ac:spMkLst>
            <pc:docMk/>
            <pc:sldMk cId="976457403" sldId="262"/>
            <ac:spMk id="3" creationId="{F6A48401-54F0-0E7F-0244-4C29866D0783}"/>
          </ac:spMkLst>
        </pc:spChg>
        <pc:spChg chg="mod">
          <ac:chgData name="Eldon Thorne" userId="d60e8fc293c247f0" providerId="LiveId" clId="{97D174C0-11E1-44AD-B4D7-7F49E599ACDC}" dt="2026-06-29T08:42:20.319" v="1133" actId="108"/>
          <ac:spMkLst>
            <pc:docMk/>
            <pc:sldMk cId="976457403" sldId="262"/>
            <ac:spMk id="4" creationId="{19636FA3-7694-1670-CC78-FF4C7BF262C9}"/>
          </ac:spMkLst>
        </pc:spChg>
        <pc:spChg chg="mod">
          <ac:chgData name="Eldon Thorne" userId="d60e8fc293c247f0" providerId="LiveId" clId="{97D174C0-11E1-44AD-B4D7-7F49E599ACDC}" dt="2026-06-29T09:06:03.768" v="1533" actId="1076"/>
          <ac:spMkLst>
            <pc:docMk/>
            <pc:sldMk cId="976457403" sldId="262"/>
            <ac:spMk id="6" creationId="{67772075-A0D2-7C1F-04EC-53E8DC55AF1C}"/>
          </ac:spMkLst>
        </pc:spChg>
        <pc:spChg chg="mod">
          <ac:chgData name="Eldon Thorne" userId="d60e8fc293c247f0" providerId="LiveId" clId="{97D174C0-11E1-44AD-B4D7-7F49E599ACDC}" dt="2026-06-29T08:49:35.400" v="1248" actId="12788"/>
          <ac:spMkLst>
            <pc:docMk/>
            <pc:sldMk cId="976457403" sldId="262"/>
            <ac:spMk id="9" creationId="{DB123D99-9DE9-65B7-3C64-12F1ADDB4078}"/>
          </ac:spMkLst>
        </pc:spChg>
        <pc:spChg chg="mod">
          <ac:chgData name="Eldon Thorne" userId="d60e8fc293c247f0" providerId="LiveId" clId="{97D174C0-11E1-44AD-B4D7-7F49E599ACDC}" dt="2026-06-29T08:50:15.912" v="1255" actId="552"/>
          <ac:spMkLst>
            <pc:docMk/>
            <pc:sldMk cId="976457403" sldId="262"/>
            <ac:spMk id="10" creationId="{4DCAAEAB-024F-445E-6E29-02748CD893D9}"/>
          </ac:spMkLst>
        </pc:spChg>
        <pc:spChg chg="mod">
          <ac:chgData name="Eldon Thorne" userId="d60e8fc293c247f0" providerId="LiveId" clId="{97D174C0-11E1-44AD-B4D7-7F49E599ACDC}" dt="2026-06-29T11:40:31.413" v="3288" actId="14838"/>
          <ac:spMkLst>
            <pc:docMk/>
            <pc:sldMk cId="976457403" sldId="262"/>
            <ac:spMk id="11" creationId="{C7DA6ABB-B49E-7395-A0DC-FD983043291E}"/>
          </ac:spMkLst>
        </pc:spChg>
        <pc:grpChg chg="add mod ord">
          <ac:chgData name="Eldon Thorne" userId="d60e8fc293c247f0" providerId="LiveId" clId="{97D174C0-11E1-44AD-B4D7-7F49E599ACDC}" dt="2026-06-29T08:49:38.639" v="1249" actId="12788"/>
          <ac:grpSpMkLst>
            <pc:docMk/>
            <pc:sldMk cId="976457403" sldId="262"/>
            <ac:grpSpMk id="5" creationId="{B6669FE1-0744-168F-2540-442F947E641F}"/>
          </ac:grpSpMkLst>
        </pc:grpChg>
        <pc:graphicFrameChg chg="add mod">
          <ac:chgData name="Eldon Thorne" userId="d60e8fc293c247f0" providerId="LiveId" clId="{97D174C0-11E1-44AD-B4D7-7F49E599ACDC}" dt="2026-06-29T09:03:16.702" v="1521" actId="12788"/>
          <ac:graphicFrameMkLst>
            <pc:docMk/>
            <pc:sldMk cId="976457403" sldId="262"/>
            <ac:graphicFrameMk id="2" creationId="{B98442A5-AAA6-467D-961C-999D21CE5675}"/>
          </ac:graphicFrameMkLst>
        </pc:graphicFrameChg>
        <pc:graphicFrameChg chg="del">
          <ac:chgData name="Eldon Thorne" userId="d60e8fc293c247f0" providerId="LiveId" clId="{97D174C0-11E1-44AD-B4D7-7F49E599ACDC}" dt="2026-06-29T05:16:47.591" v="45" actId="478"/>
          <ac:graphicFrameMkLst>
            <pc:docMk/>
            <pc:sldMk cId="976457403" sldId="262"/>
            <ac:graphicFrameMk id="7" creationId="{FE3BD551-BF92-D4B3-6BBE-C242D2513857}"/>
          </ac:graphicFrameMkLst>
        </pc:graphicFrameChg>
        <pc:graphicFrameChg chg="del">
          <ac:chgData name="Eldon Thorne" userId="d60e8fc293c247f0" providerId="LiveId" clId="{97D174C0-11E1-44AD-B4D7-7F49E599ACDC}" dt="2026-06-29T05:16:47.591" v="45" actId="478"/>
          <ac:graphicFrameMkLst>
            <pc:docMk/>
            <pc:sldMk cId="976457403" sldId="262"/>
            <ac:graphicFrameMk id="8" creationId="{BFABF125-1E03-77A2-8DC6-B8AC2E43C008}"/>
          </ac:graphicFrameMkLst>
        </pc:graphicFrameChg>
      </pc:sldChg>
      <pc:sldChg chg="addSp delSp modSp add mod">
        <pc:chgData name="Eldon Thorne" userId="d60e8fc293c247f0" providerId="LiveId" clId="{97D174C0-11E1-44AD-B4D7-7F49E599ACDC}" dt="2026-06-29T11:16:01.180" v="2211" actId="14100"/>
        <pc:sldMkLst>
          <pc:docMk/>
          <pc:sldMk cId="3176643116" sldId="263"/>
        </pc:sldMkLst>
        <pc:spChg chg="add mod">
          <ac:chgData name="Eldon Thorne" userId="d60e8fc293c247f0" providerId="LiveId" clId="{97D174C0-11E1-44AD-B4D7-7F49E599ACDC}" dt="2026-06-29T11:16:01.180" v="2211" actId="14100"/>
          <ac:spMkLst>
            <pc:docMk/>
            <pc:sldMk cId="3176643116" sldId="263"/>
            <ac:spMk id="2" creationId="{8066B5E5-93CB-DA86-04CC-686589F45DA8}"/>
          </ac:spMkLst>
        </pc:spChg>
        <pc:spChg chg="add mod">
          <ac:chgData name="Eldon Thorne" userId="d60e8fc293c247f0" providerId="LiveId" clId="{97D174C0-11E1-44AD-B4D7-7F49E599ACDC}" dt="2026-06-29T09:38:19.693" v="1895" actId="164"/>
          <ac:spMkLst>
            <pc:docMk/>
            <pc:sldMk cId="3176643116" sldId="263"/>
            <ac:spMk id="6" creationId="{A9F83E8F-0145-8C13-35DC-1B7098C9A890}"/>
          </ac:spMkLst>
        </pc:spChg>
        <pc:spChg chg="add del mod">
          <ac:chgData name="Eldon Thorne" userId="d60e8fc293c247f0" providerId="LiveId" clId="{97D174C0-11E1-44AD-B4D7-7F49E599ACDC}" dt="2026-06-29T09:25:32.370" v="1545" actId="478"/>
          <ac:spMkLst>
            <pc:docMk/>
            <pc:sldMk cId="3176643116" sldId="263"/>
            <ac:spMk id="7" creationId="{6A52C785-C2AE-EA8F-8BE1-1AEF2E588DAC}"/>
          </ac:spMkLst>
        </pc:spChg>
        <pc:spChg chg="add mod">
          <ac:chgData name="Eldon Thorne" userId="d60e8fc293c247f0" providerId="LiveId" clId="{97D174C0-11E1-44AD-B4D7-7F49E599ACDC}" dt="2026-06-29T09:38:25.912" v="1897" actId="164"/>
          <ac:spMkLst>
            <pc:docMk/>
            <pc:sldMk cId="3176643116" sldId="263"/>
            <ac:spMk id="8" creationId="{A6FCE2F3-087D-4CB2-B7B8-830163B6E487}"/>
          </ac:spMkLst>
        </pc:spChg>
        <pc:spChg chg="add del">
          <ac:chgData name="Eldon Thorne" userId="d60e8fc293c247f0" providerId="LiveId" clId="{97D174C0-11E1-44AD-B4D7-7F49E599ACDC}" dt="2026-06-29T09:32:44.940" v="1819" actId="22"/>
          <ac:spMkLst>
            <pc:docMk/>
            <pc:sldMk cId="3176643116" sldId="263"/>
            <ac:spMk id="10" creationId="{15175F81-AFBE-97AE-18B6-5309921E4159}"/>
          </ac:spMkLst>
        </pc:spChg>
        <pc:spChg chg="add mod">
          <ac:chgData name="Eldon Thorne" userId="d60e8fc293c247f0" providerId="LiveId" clId="{97D174C0-11E1-44AD-B4D7-7F49E599ACDC}" dt="2026-06-29T11:12:37.635" v="1982" actId="20577"/>
          <ac:spMkLst>
            <pc:docMk/>
            <pc:sldMk cId="3176643116" sldId="263"/>
            <ac:spMk id="12" creationId="{460BD5AF-8650-529E-A970-EBE8867E2AAA}"/>
          </ac:spMkLst>
        </pc:spChg>
        <pc:spChg chg="add mod">
          <ac:chgData name="Eldon Thorne" userId="d60e8fc293c247f0" providerId="LiveId" clId="{97D174C0-11E1-44AD-B4D7-7F49E599ACDC}" dt="2026-06-29T09:33:43.690" v="1834" actId="1076"/>
          <ac:spMkLst>
            <pc:docMk/>
            <pc:sldMk cId="3176643116" sldId="263"/>
            <ac:spMk id="13" creationId="{33A0210B-B023-BD89-77ED-277B616729C1}"/>
          </ac:spMkLst>
        </pc:spChg>
        <pc:spChg chg="add mod">
          <ac:chgData name="Eldon Thorne" userId="d60e8fc293c247f0" providerId="LiveId" clId="{97D174C0-11E1-44AD-B4D7-7F49E599ACDC}" dt="2026-06-29T11:12:53.901" v="1984"/>
          <ac:spMkLst>
            <pc:docMk/>
            <pc:sldMk cId="3176643116" sldId="263"/>
            <ac:spMk id="14" creationId="{1D8981C0-B219-60F1-1593-672F8204ECB8}"/>
          </ac:spMkLst>
        </pc:spChg>
        <pc:spChg chg="add mod">
          <ac:chgData name="Eldon Thorne" userId="d60e8fc293c247f0" providerId="LiveId" clId="{97D174C0-11E1-44AD-B4D7-7F49E599ACDC}" dt="2026-06-29T09:38:23.435" v="1896" actId="164"/>
          <ac:spMkLst>
            <pc:docMk/>
            <pc:sldMk cId="3176643116" sldId="263"/>
            <ac:spMk id="15" creationId="{15F8CF87-647B-C1A7-BFB6-01A13FC76EB8}"/>
          </ac:spMkLst>
        </pc:spChg>
        <pc:spChg chg="add mod">
          <ac:chgData name="Eldon Thorne" userId="d60e8fc293c247f0" providerId="LiveId" clId="{97D174C0-11E1-44AD-B4D7-7F49E599ACDC}" dt="2026-06-29T11:12:59.809" v="1985"/>
          <ac:spMkLst>
            <pc:docMk/>
            <pc:sldMk cId="3176643116" sldId="263"/>
            <ac:spMk id="16" creationId="{1C0AD364-96D7-B0B9-9742-7990B485D66F}"/>
          </ac:spMkLst>
        </pc:spChg>
        <pc:spChg chg="add mod">
          <ac:chgData name="Eldon Thorne" userId="d60e8fc293c247f0" providerId="LiveId" clId="{97D174C0-11E1-44AD-B4D7-7F49E599ACDC}" dt="2026-06-29T09:38:28.885" v="1898" actId="164"/>
          <ac:spMkLst>
            <pc:docMk/>
            <pc:sldMk cId="3176643116" sldId="263"/>
            <ac:spMk id="17" creationId="{7B48EED1-0AB2-A6B2-8E69-1A4AB85B02E0}"/>
          </ac:spMkLst>
        </pc:spChg>
        <pc:spChg chg="add mod">
          <ac:chgData name="Eldon Thorne" userId="d60e8fc293c247f0" providerId="LiveId" clId="{97D174C0-11E1-44AD-B4D7-7F49E599ACDC}" dt="2026-06-29T11:13:04.146" v="1986"/>
          <ac:spMkLst>
            <pc:docMk/>
            <pc:sldMk cId="3176643116" sldId="263"/>
            <ac:spMk id="18" creationId="{AA79CC16-C814-8403-0FDE-6D4DE49B31A4}"/>
          </ac:spMkLst>
        </pc:spChg>
        <pc:spChg chg="add mod">
          <ac:chgData name="Eldon Thorne" userId="d60e8fc293c247f0" providerId="LiveId" clId="{97D174C0-11E1-44AD-B4D7-7F49E599ACDC}" dt="2026-06-29T09:38:31.468" v="1899" actId="164"/>
          <ac:spMkLst>
            <pc:docMk/>
            <pc:sldMk cId="3176643116" sldId="263"/>
            <ac:spMk id="19" creationId="{EFA23B99-E045-97DC-2FDE-381DFF6C77FC}"/>
          </ac:spMkLst>
        </pc:spChg>
        <pc:spChg chg="add mod">
          <ac:chgData name="Eldon Thorne" userId="d60e8fc293c247f0" providerId="LiveId" clId="{97D174C0-11E1-44AD-B4D7-7F49E599ACDC}" dt="2026-06-29T11:13:08.362" v="1987"/>
          <ac:spMkLst>
            <pc:docMk/>
            <pc:sldMk cId="3176643116" sldId="263"/>
            <ac:spMk id="20" creationId="{4EE27477-94CD-7B3B-9C87-AA124F8743F9}"/>
          </ac:spMkLst>
        </pc:spChg>
        <pc:spChg chg="mod">
          <ac:chgData name="Eldon Thorne" userId="d60e8fc293c247f0" providerId="LiveId" clId="{97D174C0-11E1-44AD-B4D7-7F49E599ACDC}" dt="2026-06-29T09:39:09.740" v="1909" actId="14100"/>
          <ac:spMkLst>
            <pc:docMk/>
            <pc:sldMk cId="3176643116" sldId="263"/>
            <ac:spMk id="27" creationId="{631BA91F-234A-D7B4-9A4A-944E9ECD9745}"/>
          </ac:spMkLst>
        </pc:spChg>
        <pc:spChg chg="mod">
          <ac:chgData name="Eldon Thorne" userId="d60e8fc293c247f0" providerId="LiveId" clId="{97D174C0-11E1-44AD-B4D7-7F49E599ACDC}" dt="2026-06-29T11:13:11.399" v="1988"/>
          <ac:spMkLst>
            <pc:docMk/>
            <pc:sldMk cId="3176643116" sldId="263"/>
            <ac:spMk id="28" creationId="{F3E55ED1-AF0A-3D64-09B4-AED6195389B2}"/>
          </ac:spMkLst>
        </pc:spChg>
        <pc:spChg chg="mod">
          <ac:chgData name="Eldon Thorne" userId="d60e8fc293c247f0" providerId="LiveId" clId="{97D174C0-11E1-44AD-B4D7-7F49E599ACDC}" dt="2026-06-29T09:39:28.067" v="1915" actId="14100"/>
          <ac:spMkLst>
            <pc:docMk/>
            <pc:sldMk cId="3176643116" sldId="263"/>
            <ac:spMk id="30" creationId="{936669D9-E3E9-998A-8F56-1CBC77D187AD}"/>
          </ac:spMkLst>
        </pc:spChg>
        <pc:spChg chg="mod">
          <ac:chgData name="Eldon Thorne" userId="d60e8fc293c247f0" providerId="LiveId" clId="{97D174C0-11E1-44AD-B4D7-7F49E599ACDC}" dt="2026-06-29T11:13:14.914" v="1989"/>
          <ac:spMkLst>
            <pc:docMk/>
            <pc:sldMk cId="3176643116" sldId="263"/>
            <ac:spMk id="31" creationId="{A1B2E907-B212-5C1D-587C-C33F36D173A0}"/>
          </ac:spMkLst>
        </pc:spChg>
        <pc:spChg chg="add del">
          <ac:chgData name="Eldon Thorne" userId="d60e8fc293c247f0" providerId="LiveId" clId="{97D174C0-11E1-44AD-B4D7-7F49E599ACDC}" dt="2026-06-29T09:39:49.458" v="1920" actId="22"/>
          <ac:spMkLst>
            <pc:docMk/>
            <pc:sldMk cId="3176643116" sldId="263"/>
            <ac:spMk id="33" creationId="{21317134-7680-C8DE-C58D-7EC3EB9B9308}"/>
          </ac:spMkLst>
        </pc:spChg>
        <pc:spChg chg="mod">
          <ac:chgData name="Eldon Thorne" userId="d60e8fc293c247f0" providerId="LiveId" clId="{97D174C0-11E1-44AD-B4D7-7F49E599ACDC}" dt="2026-06-29T09:40:43.851" v="1931" actId="14100"/>
          <ac:spMkLst>
            <pc:docMk/>
            <pc:sldMk cId="3176643116" sldId="263"/>
            <ac:spMk id="35" creationId="{A1412993-48E1-0870-5C7D-734D433EA605}"/>
          </ac:spMkLst>
        </pc:spChg>
        <pc:spChg chg="mod">
          <ac:chgData name="Eldon Thorne" userId="d60e8fc293c247f0" providerId="LiveId" clId="{97D174C0-11E1-44AD-B4D7-7F49E599ACDC}" dt="2026-06-29T11:13:18.099" v="1990"/>
          <ac:spMkLst>
            <pc:docMk/>
            <pc:sldMk cId="3176643116" sldId="263"/>
            <ac:spMk id="36" creationId="{7897B9C2-9A25-F102-F1C0-32C4901D1626}"/>
          </ac:spMkLst>
        </pc:spChg>
        <pc:spChg chg="mod">
          <ac:chgData name="Eldon Thorne" userId="d60e8fc293c247f0" providerId="LiveId" clId="{97D174C0-11E1-44AD-B4D7-7F49E599ACDC}" dt="2026-06-29T09:41:16.003" v="1936" actId="14100"/>
          <ac:spMkLst>
            <pc:docMk/>
            <pc:sldMk cId="3176643116" sldId="263"/>
            <ac:spMk id="38" creationId="{E30355E9-215D-E48E-E764-20ECA327518A}"/>
          </ac:spMkLst>
        </pc:spChg>
        <pc:spChg chg="mod">
          <ac:chgData name="Eldon Thorne" userId="d60e8fc293c247f0" providerId="LiveId" clId="{97D174C0-11E1-44AD-B4D7-7F49E599ACDC}" dt="2026-06-29T09:41:30.356" v="1939" actId="3064"/>
          <ac:spMkLst>
            <pc:docMk/>
            <pc:sldMk cId="3176643116" sldId="263"/>
            <ac:spMk id="39" creationId="{8D1EE26F-BFEC-C4F1-AC6E-3AA1D850784D}"/>
          </ac:spMkLst>
        </pc:spChg>
        <pc:spChg chg="mod">
          <ac:chgData name="Eldon Thorne" userId="d60e8fc293c247f0" providerId="LiveId" clId="{97D174C0-11E1-44AD-B4D7-7F49E599ACDC}" dt="2026-06-29T09:43:08.847" v="1971" actId="12789"/>
          <ac:spMkLst>
            <pc:docMk/>
            <pc:sldMk cId="3176643116" sldId="263"/>
            <ac:spMk id="41" creationId="{EE1BC821-8CD4-C41E-FFC2-D7882562D46D}"/>
          </ac:spMkLst>
        </pc:spChg>
        <pc:spChg chg="mod">
          <ac:chgData name="Eldon Thorne" userId="d60e8fc293c247f0" providerId="LiveId" clId="{97D174C0-11E1-44AD-B4D7-7F49E599ACDC}" dt="2026-06-29T09:43:08.847" v="1971" actId="12789"/>
          <ac:spMkLst>
            <pc:docMk/>
            <pc:sldMk cId="3176643116" sldId="263"/>
            <ac:spMk id="42" creationId="{354133A5-1DA5-A8EB-2286-7C60EB672FE4}"/>
          </ac:spMkLst>
        </pc:spChg>
        <pc:grpChg chg="add mod">
          <ac:chgData name="Eldon Thorne" userId="d60e8fc293c247f0" providerId="LiveId" clId="{97D174C0-11E1-44AD-B4D7-7F49E599ACDC}" dt="2026-06-29T09:42:43.788" v="1963" actId="1076"/>
          <ac:grpSpMkLst>
            <pc:docMk/>
            <pc:sldMk cId="3176643116" sldId="263"/>
            <ac:grpSpMk id="21" creationId="{F4124CE6-9F3E-1479-945F-8317768C3EC1}"/>
          </ac:grpSpMkLst>
        </pc:grpChg>
        <pc:grpChg chg="add mod">
          <ac:chgData name="Eldon Thorne" userId="d60e8fc293c247f0" providerId="LiveId" clId="{97D174C0-11E1-44AD-B4D7-7F49E599ACDC}" dt="2026-06-29T09:43:39.148" v="1976" actId="1076"/>
          <ac:grpSpMkLst>
            <pc:docMk/>
            <pc:sldMk cId="3176643116" sldId="263"/>
            <ac:grpSpMk id="22" creationId="{76689088-07DE-567C-A15F-4E6F680E6281}"/>
          </ac:grpSpMkLst>
        </pc:grpChg>
        <pc:grpChg chg="add mod">
          <ac:chgData name="Eldon Thorne" userId="d60e8fc293c247f0" providerId="LiveId" clId="{97D174C0-11E1-44AD-B4D7-7F49E599ACDC}" dt="2026-06-29T09:42:51.299" v="1965" actId="1076"/>
          <ac:grpSpMkLst>
            <pc:docMk/>
            <pc:sldMk cId="3176643116" sldId="263"/>
            <ac:grpSpMk id="23" creationId="{3717983E-A07F-DB94-D415-61B1603CD1EC}"/>
          </ac:grpSpMkLst>
        </pc:grpChg>
        <pc:grpChg chg="add mod">
          <ac:chgData name="Eldon Thorne" userId="d60e8fc293c247f0" providerId="LiveId" clId="{97D174C0-11E1-44AD-B4D7-7F49E599ACDC}" dt="2026-06-29T09:42:18.907" v="1955" actId="1076"/>
          <ac:grpSpMkLst>
            <pc:docMk/>
            <pc:sldMk cId="3176643116" sldId="263"/>
            <ac:grpSpMk id="24" creationId="{6DCB1365-87C2-9D69-BDDF-B2B58A937D0A}"/>
          </ac:grpSpMkLst>
        </pc:grpChg>
        <pc:grpChg chg="add mod">
          <ac:chgData name="Eldon Thorne" userId="d60e8fc293c247f0" providerId="LiveId" clId="{97D174C0-11E1-44AD-B4D7-7F49E599ACDC}" dt="2026-06-29T09:43:31.803" v="1974" actId="1076"/>
          <ac:grpSpMkLst>
            <pc:docMk/>
            <pc:sldMk cId="3176643116" sldId="263"/>
            <ac:grpSpMk id="25" creationId="{2ED7B5D4-74C1-66A3-7321-365EDE4A6C66}"/>
          </ac:grpSpMkLst>
        </pc:grpChg>
        <pc:grpChg chg="add mod">
          <ac:chgData name="Eldon Thorne" userId="d60e8fc293c247f0" providerId="LiveId" clId="{97D174C0-11E1-44AD-B4D7-7F49E599ACDC}" dt="2026-06-29T09:43:36.203" v="1975" actId="1076"/>
          <ac:grpSpMkLst>
            <pc:docMk/>
            <pc:sldMk cId="3176643116" sldId="263"/>
            <ac:grpSpMk id="26" creationId="{D1141988-E30A-F7DC-A754-613C63F2C89B}"/>
          </ac:grpSpMkLst>
        </pc:grpChg>
        <pc:grpChg chg="add mod">
          <ac:chgData name="Eldon Thorne" userId="d60e8fc293c247f0" providerId="LiveId" clId="{97D174C0-11E1-44AD-B4D7-7F49E599ACDC}" dt="2026-06-29T09:43:42.323" v="1977" actId="1076"/>
          <ac:grpSpMkLst>
            <pc:docMk/>
            <pc:sldMk cId="3176643116" sldId="263"/>
            <ac:grpSpMk id="29" creationId="{00787BB9-7B96-348B-8FF5-1BC9171450C6}"/>
          </ac:grpSpMkLst>
        </pc:grpChg>
        <pc:grpChg chg="add mod">
          <ac:chgData name="Eldon Thorne" userId="d60e8fc293c247f0" providerId="LiveId" clId="{97D174C0-11E1-44AD-B4D7-7F49E599ACDC}" dt="2026-06-29T09:42:22.434" v="1956" actId="1076"/>
          <ac:grpSpMkLst>
            <pc:docMk/>
            <pc:sldMk cId="3176643116" sldId="263"/>
            <ac:grpSpMk id="34" creationId="{BD3D4E10-F149-0650-004D-5D9A440766EB}"/>
          </ac:grpSpMkLst>
        </pc:grpChg>
        <pc:grpChg chg="add mod">
          <ac:chgData name="Eldon Thorne" userId="d60e8fc293c247f0" providerId="LiveId" clId="{97D174C0-11E1-44AD-B4D7-7F49E599ACDC}" dt="2026-06-29T09:43:46.227" v="1978" actId="1076"/>
          <ac:grpSpMkLst>
            <pc:docMk/>
            <pc:sldMk cId="3176643116" sldId="263"/>
            <ac:grpSpMk id="37" creationId="{297CD24C-0801-0AF7-5F4C-DCD15BF47BF1}"/>
          </ac:grpSpMkLst>
        </pc:grpChg>
        <pc:grpChg chg="add mod">
          <ac:chgData name="Eldon Thorne" userId="d60e8fc293c247f0" providerId="LiveId" clId="{97D174C0-11E1-44AD-B4D7-7F49E599ACDC}" dt="2026-06-29T09:43:14.354" v="1972" actId="1076"/>
          <ac:grpSpMkLst>
            <pc:docMk/>
            <pc:sldMk cId="3176643116" sldId="263"/>
            <ac:grpSpMk id="40" creationId="{300EB1DF-B2DC-158A-4E45-B49C024CDBF3}"/>
          </ac:grpSpMkLst>
        </pc:grpChg>
        <pc:graphicFrameChg chg="del">
          <ac:chgData name="Eldon Thorne" userId="d60e8fc293c247f0" providerId="LiveId" clId="{97D174C0-11E1-44AD-B4D7-7F49E599ACDC}" dt="2026-06-29T09:25:11.880" v="1540" actId="478"/>
          <ac:graphicFrameMkLst>
            <pc:docMk/>
            <pc:sldMk cId="3176643116" sldId="263"/>
            <ac:graphicFrameMk id="2" creationId="{1B44E989-CDCC-CCAB-9383-BA0910F9061E}"/>
          </ac:graphicFrameMkLst>
        </pc:graphicFrameChg>
        <pc:graphicFrameChg chg="del">
          <ac:chgData name="Eldon Thorne" userId="d60e8fc293c247f0" providerId="LiveId" clId="{97D174C0-11E1-44AD-B4D7-7F49E599ACDC}" dt="2026-06-29T09:25:11.880" v="1540" actId="478"/>
          <ac:graphicFrameMkLst>
            <pc:docMk/>
            <pc:sldMk cId="3176643116" sldId="263"/>
            <ac:graphicFrameMk id="3" creationId="{F882C361-01DA-FE20-F1DC-DFF676124BCF}"/>
          </ac:graphicFrameMkLst>
        </pc:graphicFrameChg>
      </pc:sldChg>
      <pc:sldChg chg="add del">
        <pc:chgData name="Eldon Thorne" userId="d60e8fc293c247f0" providerId="LiveId" clId="{97D174C0-11E1-44AD-B4D7-7F49E599ACDC}" dt="2026-06-29T08:51:46.285" v="1259" actId="47"/>
        <pc:sldMkLst>
          <pc:docMk/>
          <pc:sldMk cId="4048430297" sldId="263"/>
        </pc:sldMkLst>
      </pc:sldChg>
      <pc:sldChg chg="delSp modSp add del mod">
        <pc:chgData name="Eldon Thorne" userId="d60e8fc293c247f0" providerId="LiveId" clId="{97D174C0-11E1-44AD-B4D7-7F49E599ACDC}" dt="2026-06-29T06:53:59.076" v="578" actId="47"/>
        <pc:sldMkLst>
          <pc:docMk/>
          <pc:sldMk cId="4232231214" sldId="263"/>
        </pc:sldMkLst>
        <pc:spChg chg="del">
          <ac:chgData name="Eldon Thorne" userId="d60e8fc293c247f0" providerId="LiveId" clId="{97D174C0-11E1-44AD-B4D7-7F49E599ACDC}" dt="2026-06-29T06:42:36.140" v="430" actId="478"/>
          <ac:spMkLst>
            <pc:docMk/>
            <pc:sldMk cId="4232231214" sldId="263"/>
            <ac:spMk id="4" creationId="{F5B09897-BCA6-55BF-AC0D-602267AEC779}"/>
          </ac:spMkLst>
        </pc:spChg>
        <pc:spChg chg="del">
          <ac:chgData name="Eldon Thorne" userId="d60e8fc293c247f0" providerId="LiveId" clId="{97D174C0-11E1-44AD-B4D7-7F49E599ACDC}" dt="2026-06-29T06:42:36.140" v="430" actId="478"/>
          <ac:spMkLst>
            <pc:docMk/>
            <pc:sldMk cId="4232231214" sldId="263"/>
            <ac:spMk id="7" creationId="{B7A04614-F496-41CC-01CD-0DBC5282E54C}"/>
          </ac:spMkLst>
        </pc:spChg>
        <pc:picChg chg="mod">
          <ac:chgData name="Eldon Thorne" userId="d60e8fc293c247f0" providerId="LiveId" clId="{97D174C0-11E1-44AD-B4D7-7F49E599ACDC}" dt="2026-06-29T06:48:39.082" v="442" actId="14100"/>
          <ac:picMkLst>
            <pc:docMk/>
            <pc:sldMk cId="4232231214" sldId="263"/>
            <ac:picMk id="13" creationId="{7AD86123-B78C-152E-02B4-EC21407F14D6}"/>
          </ac:picMkLst>
        </pc:picChg>
      </pc:sldChg>
      <pc:sldMasterChg chg="setBg modSldLayout">
        <pc:chgData name="Eldon Thorne" userId="d60e8fc293c247f0" providerId="LiveId" clId="{97D174C0-11E1-44AD-B4D7-7F49E599ACDC}" dt="2026-06-29T07:38:25.171" v="947"/>
        <pc:sldMasterMkLst>
          <pc:docMk/>
          <pc:sldMasterMk cId="2667251363" sldId="2147483648"/>
        </pc:sldMasterMkLst>
        <pc:sldLayoutChg chg="setBg">
          <pc:chgData name="Eldon Thorne" userId="d60e8fc293c247f0" providerId="LiveId" clId="{97D174C0-11E1-44AD-B4D7-7F49E599ACDC}" dt="2026-06-29T07:38:25.171" v="947"/>
          <pc:sldLayoutMkLst>
            <pc:docMk/>
            <pc:sldMasterMk cId="2667251363" sldId="2147483648"/>
            <pc:sldLayoutMk cId="3447223713" sldId="2147483649"/>
          </pc:sldLayoutMkLst>
        </pc:sldLayoutChg>
        <pc:sldLayoutChg chg="setBg">
          <pc:chgData name="Eldon Thorne" userId="d60e8fc293c247f0" providerId="LiveId" clId="{97D174C0-11E1-44AD-B4D7-7F49E599ACDC}" dt="2026-06-29T07:38:25.171" v="947"/>
          <pc:sldLayoutMkLst>
            <pc:docMk/>
            <pc:sldMasterMk cId="2667251363" sldId="2147483648"/>
            <pc:sldLayoutMk cId="2995692867" sldId="2147483650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60E8FC293C247F0/&#25991;&#26723;/Excel&#20445;&#23384;&#20301;&#32622;/2020-2023&#24180;&#30005;&#36710;&#38144;&#37327;&#25968;&#25454;&#20998;&#2651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60E8FC293C247F0/&#25991;&#26723;/Excel&#20445;&#23384;&#20301;&#32622;/2020-2023&#24180;&#30005;&#36710;&#38144;&#37327;&#25968;&#25454;&#20998;&#2651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60E8FC293C247F0/&#25991;&#26723;/Excel&#20445;&#23384;&#20301;&#32622;/2020-2023&#24180;&#30005;&#36710;&#38144;&#37327;&#25968;&#25454;&#20998;&#2651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60E8FC293C247F0/&#25991;&#26723;/Excel&#20445;&#23384;&#20301;&#32622;/2020-2023&#24180;&#30005;&#36710;&#38144;&#37327;&#25968;&#25454;&#20998;&#26512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1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[2020-2023年电车销量数据分析.xlsx]数据透视!数据透视表5</c:name>
    <c:fmtId val="14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16000">
                <a:srgbClr val="23CDC5"/>
              </a:gs>
              <a:gs pos="100000">
                <a:srgbClr val="1DD4DD"/>
              </a:gs>
            </a:gsLst>
            <a:lin ang="54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gradFill>
                    <a:gsLst>
                      <a:gs pos="16000">
                        <a:srgbClr val="23CDC5"/>
                      </a:gs>
                      <a:gs pos="100000">
                        <a:srgbClr val="1DD4D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flip="none" rotWithShape="1">
            <a:gsLst>
              <a:gs pos="16000">
                <a:srgbClr val="23CDC5"/>
              </a:gs>
              <a:gs pos="100000">
                <a:srgbClr val="1DD4DD"/>
              </a:gs>
            </a:gsLst>
            <a:lin ang="54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gradFill>
                    <a:gsLst>
                      <a:gs pos="16000">
                        <a:srgbClr val="23CDC5"/>
                      </a:gs>
                      <a:gs pos="100000">
                        <a:srgbClr val="1DD4D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flip="none" rotWithShape="1">
            <a:gsLst>
              <a:gs pos="16000">
                <a:srgbClr val="23CDC5"/>
              </a:gs>
              <a:gs pos="100000">
                <a:srgbClr val="1DD4DD"/>
              </a:gs>
            </a:gsLst>
            <a:lin ang="54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gradFill>
                    <a:gsLst>
                      <a:gs pos="16000">
                        <a:srgbClr val="23CDC5"/>
                      </a:gs>
                      <a:gs pos="100000">
                        <a:srgbClr val="1DD4D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数据透视!$H$10</c:f>
              <c:strCache>
                <c:ptCount val="1"/>
                <c:pt idx="0">
                  <c:v>汇总</c:v>
                </c:pt>
              </c:strCache>
            </c:strRef>
          </c:tx>
          <c:spPr>
            <a:gradFill flip="none" rotWithShape="1">
              <a:gsLst>
                <a:gs pos="0">
                  <a:srgbClr val="55EBA7"/>
                </a:gs>
                <a:gs pos="100000">
                  <a:srgbClr val="1DD4DD"/>
                </a:gs>
              </a:gsLst>
              <a:lin ang="54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HarmonyOS Sans SC" panose="00000500000000000000" pitchFamily="2" charset="-122"/>
                    <a:ea typeface="HarmonyOS Sans SC" panose="00000500000000000000" pitchFamily="2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数据透视!$G$11:$G$15</c:f>
              <c:strCach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strCache>
            </c:strRef>
          </c:cat>
          <c:val>
            <c:numRef>
              <c:f>数据透视!$H$11:$H$15</c:f>
              <c:numCache>
                <c:formatCode>#,##0_ </c:formatCode>
                <c:ptCount val="4"/>
                <c:pt idx="0">
                  <c:v>981540</c:v>
                </c:pt>
                <c:pt idx="1">
                  <c:v>2685514</c:v>
                </c:pt>
                <c:pt idx="2">
                  <c:v>6031267</c:v>
                </c:pt>
                <c:pt idx="3">
                  <c:v>6646622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14-4CC3-ABB6-93C1E19333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7641984"/>
        <c:axId val="487629504"/>
      </c:barChart>
      <c:catAx>
        <c:axId val="487641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defRPr>
            </a:pPr>
            <a:endParaRPr lang="zh-CN"/>
          </a:p>
        </c:txPr>
        <c:crossAx val="487629504"/>
        <c:crosses val="autoZero"/>
        <c:auto val="1"/>
        <c:lblAlgn val="ctr"/>
        <c:lblOffset val="100"/>
        <c:noMultiLvlLbl val="0"/>
      </c:catAx>
      <c:valAx>
        <c:axId val="487629504"/>
        <c:scaling>
          <c:orientation val="minMax"/>
        </c:scaling>
        <c:delete val="1"/>
        <c:axPos val="l"/>
        <c:numFmt formatCode="#,##0_ " sourceLinked="1"/>
        <c:majorTickMark val="none"/>
        <c:minorTickMark val="none"/>
        <c:tickLblPos val="nextTo"/>
        <c:crossAx val="487641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400" b="1">
          <a:solidFill>
            <a:sysClr val="windowText" lastClr="000000"/>
          </a:solidFill>
          <a:latin typeface="HarmonyOS Sans SC" panose="00000500000000000000" pitchFamily="2" charset="-122"/>
          <a:ea typeface="HarmonyOS Sans SC" panose="00000500000000000000" pitchFamily="2" charset="-122"/>
        </a:defRPr>
      </a:pPr>
      <a:endParaRPr lang="zh-CN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[2020-2023年电车销量数据分析.xlsx]数据透视!数据透视表10</c:name>
    <c:fmtId val="1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0">
                <a:srgbClr val="66ECE6"/>
              </a:gs>
              <a:gs pos="100000">
                <a:srgbClr val="E4FCFB"/>
              </a:gs>
            </a:gsLst>
            <a:lin ang="5400000" scaled="1"/>
            <a:tileRect/>
          </a:gradFill>
          <a:ln>
            <a:gradFill>
              <a:gsLst>
                <a:gs pos="0">
                  <a:srgbClr val="23CDC5"/>
                </a:gs>
                <a:gs pos="100000">
                  <a:srgbClr val="1AD6CD"/>
                </a:gs>
              </a:gsLst>
              <a:lin ang="5400000" scaled="1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gradFill>
                    <a:gsLst>
                      <a:gs pos="0">
                        <a:srgbClr val="23CDC5"/>
                      </a:gs>
                      <a:gs pos="100000">
                        <a:srgbClr val="1AD6C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flip="none" rotWithShape="1">
            <a:gsLst>
              <a:gs pos="0">
                <a:srgbClr val="66ECE6"/>
              </a:gs>
              <a:gs pos="100000">
                <a:srgbClr val="E4FCFB"/>
              </a:gs>
            </a:gsLst>
            <a:lin ang="5400000" scaled="1"/>
            <a:tileRect/>
          </a:gradFill>
          <a:ln>
            <a:gradFill>
              <a:gsLst>
                <a:gs pos="0">
                  <a:srgbClr val="23CDC5"/>
                </a:gs>
                <a:gs pos="100000">
                  <a:srgbClr val="1AD6CD"/>
                </a:gs>
              </a:gsLst>
              <a:lin ang="5400000" scaled="1"/>
            </a:gradFill>
          </a:ln>
          <a:effectLst/>
        </c:spPr>
      </c:pivotFmt>
      <c:pivotFmt>
        <c:idx val="4"/>
        <c:spPr>
          <a:gradFill flip="none" rotWithShape="1">
            <a:gsLst>
              <a:gs pos="0">
                <a:srgbClr val="66ECE6"/>
              </a:gs>
              <a:gs pos="100000">
                <a:srgbClr val="E4FCFB"/>
              </a:gs>
            </a:gsLst>
            <a:lin ang="5400000" scaled="1"/>
            <a:tileRect/>
          </a:gradFill>
          <a:ln>
            <a:gradFill>
              <a:gsLst>
                <a:gs pos="0">
                  <a:srgbClr val="23CDC5"/>
                </a:gs>
                <a:gs pos="100000">
                  <a:srgbClr val="1AD6CD"/>
                </a:gs>
              </a:gsLst>
              <a:lin ang="5400000" scaled="1"/>
            </a:gradFill>
          </a:ln>
          <a:effectLst/>
        </c:spPr>
      </c:pivotFmt>
      <c:pivotFmt>
        <c:idx val="5"/>
        <c:spPr>
          <a:gradFill flip="none" rotWithShape="1">
            <a:gsLst>
              <a:gs pos="0">
                <a:srgbClr val="66ECE6"/>
              </a:gs>
              <a:gs pos="100000">
                <a:srgbClr val="E4FCFB"/>
              </a:gs>
            </a:gsLst>
            <a:lin ang="5400000" scaled="1"/>
            <a:tileRect/>
          </a:gradFill>
          <a:ln>
            <a:gradFill>
              <a:gsLst>
                <a:gs pos="0">
                  <a:srgbClr val="23CDC5"/>
                </a:gs>
                <a:gs pos="100000">
                  <a:srgbClr val="1AD6CD"/>
                </a:gs>
              </a:gsLst>
              <a:lin ang="5400000" scaled="1"/>
            </a:gradFill>
          </a:ln>
          <a:effectLst/>
        </c:spPr>
      </c:pivotFmt>
      <c:pivotFmt>
        <c:idx val="6"/>
        <c:spPr>
          <a:gradFill flip="none" rotWithShape="1">
            <a:gsLst>
              <a:gs pos="0">
                <a:srgbClr val="66ECE6"/>
              </a:gs>
              <a:gs pos="100000">
                <a:srgbClr val="E4FCFB"/>
              </a:gs>
            </a:gsLst>
            <a:lin ang="5400000" scaled="1"/>
            <a:tileRect/>
          </a:gradFill>
          <a:ln>
            <a:gradFill>
              <a:gsLst>
                <a:gs pos="0">
                  <a:srgbClr val="23CDC5"/>
                </a:gs>
                <a:gs pos="100000">
                  <a:srgbClr val="1AD6CD"/>
                </a:gs>
              </a:gsLst>
              <a:lin ang="5400000" scaled="1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gradFill>
                    <a:gsLst>
                      <a:gs pos="0">
                        <a:srgbClr val="23CDC5"/>
                      </a:gs>
                      <a:gs pos="100000">
                        <a:srgbClr val="1AD6C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flip="none" rotWithShape="1">
            <a:gsLst>
              <a:gs pos="0">
                <a:srgbClr val="66ECE6"/>
              </a:gs>
              <a:gs pos="100000">
                <a:srgbClr val="E4FCFB"/>
              </a:gs>
            </a:gsLst>
            <a:lin ang="5400000" scaled="1"/>
            <a:tileRect/>
          </a:gradFill>
          <a:ln>
            <a:gradFill>
              <a:gsLst>
                <a:gs pos="0">
                  <a:srgbClr val="23CDC5"/>
                </a:gs>
                <a:gs pos="100000">
                  <a:srgbClr val="1AD6CD"/>
                </a:gs>
              </a:gsLst>
              <a:lin ang="5400000" scaled="1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gradFill>
                    <a:gsLst>
                      <a:gs pos="0">
                        <a:srgbClr val="23CDC5"/>
                      </a:gs>
                      <a:gs pos="100000">
                        <a:srgbClr val="1AD6C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数据透视!$N$26</c:f>
              <c:strCache>
                <c:ptCount val="1"/>
                <c:pt idx="0">
                  <c:v>汇总</c:v>
                </c:pt>
              </c:strCache>
            </c:strRef>
          </c:tx>
          <c:spPr>
            <a:gradFill flip="none" rotWithShape="1">
              <a:gsLst>
                <a:gs pos="0">
                  <a:srgbClr val="66ECE6"/>
                </a:gs>
                <a:gs pos="100000">
                  <a:srgbClr val="E4FCFB"/>
                </a:gs>
              </a:gsLst>
              <a:lin ang="5400000" scaled="1"/>
              <a:tileRect/>
            </a:gradFill>
            <a:ln>
              <a:gradFill>
                <a:gsLst>
                  <a:gs pos="0">
                    <a:srgbClr val="55EBA7"/>
                  </a:gs>
                  <a:gs pos="100000">
                    <a:srgbClr val="1AD6CD"/>
                  </a:gs>
                </a:gsLst>
                <a:lin ang="5400000" scaled="1"/>
              </a:gradFill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数据透视!$M$27:$M$31</c:f>
              <c:strCach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strCache>
            </c:strRef>
          </c:cat>
          <c:val>
            <c:numRef>
              <c:f>数据透视!$N$27:$N$31</c:f>
              <c:numCache>
                <c:formatCode>0.00%</c:formatCode>
                <c:ptCount val="4"/>
                <c:pt idx="1">
                  <c:v>1.7360209466756322</c:v>
                </c:pt>
                <c:pt idx="2">
                  <c:v>1.2458520044952288</c:v>
                </c:pt>
                <c:pt idx="3">
                  <c:v>0.10202748444066562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F9-4DC4-88AE-FB9A4783A9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487623264"/>
        <c:axId val="487637184"/>
      </c:areaChart>
      <c:catAx>
        <c:axId val="4876232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  <a:cs typeface="+mn-cs"/>
              </a:defRPr>
            </a:pPr>
            <a:endParaRPr lang="zh-CN"/>
          </a:p>
        </c:txPr>
        <c:crossAx val="487637184"/>
        <c:crosses val="autoZero"/>
        <c:auto val="1"/>
        <c:lblAlgn val="ctr"/>
        <c:lblOffset val="100"/>
        <c:noMultiLvlLbl val="0"/>
      </c:catAx>
      <c:valAx>
        <c:axId val="487637184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4876232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HarmonyOS Sans SC Black" panose="00000A00000000000000" pitchFamily="2" charset="-122"/>
          <a:ea typeface="HarmonyOS Sans SC Black" panose="00000A00000000000000" pitchFamily="2" charset="-122"/>
        </a:defRPr>
      </a:pPr>
      <a:endParaRPr lang="zh-CN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[2020-2023年电车销量数据分析.xlsx]数据透视!数据透视表6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gradFill>
              <a:gsLst>
                <a:gs pos="0">
                  <a:srgbClr val="23CDC5"/>
                </a:gs>
                <a:gs pos="100000">
                  <a:srgbClr val="1AD6CD"/>
                </a:gs>
              </a:gsLst>
              <a:lin ang="5400000" scaled="1"/>
            </a:gra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gradFill>
                    <a:gsLst>
                      <a:gs pos="13000">
                        <a:srgbClr val="23CDC5"/>
                      </a:gs>
                      <a:gs pos="100000">
                        <a:srgbClr val="1AD6C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gradFill>
              <a:gsLst>
                <a:gs pos="0">
                  <a:srgbClr val="1AD6CD"/>
                </a:gs>
                <a:gs pos="100000">
                  <a:srgbClr val="23CDC5"/>
                </a:gs>
              </a:gsLst>
              <a:lin ang="5400000" scaled="1"/>
            </a:gra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gradFill>
                    <a:gsLst>
                      <a:gs pos="16000">
                        <a:srgbClr val="23CDC5"/>
                      </a:gs>
                      <a:gs pos="100000">
                        <a:srgbClr val="1DD4D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gradFill>
              <a:gsLst>
                <a:gs pos="0">
                  <a:srgbClr val="1AD6CD"/>
                </a:gs>
                <a:gs pos="100000">
                  <a:srgbClr val="23CDC5"/>
                </a:gs>
              </a:gsLst>
              <a:lin ang="5400000" scaled="1"/>
            </a:gra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gradFill>
                    <a:gsLst>
                      <a:gs pos="16000">
                        <a:srgbClr val="23CDC5"/>
                      </a:gs>
                      <a:gs pos="100000">
                        <a:srgbClr val="1DD4D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gradFill>
              <a:gsLst>
                <a:gs pos="0">
                  <a:srgbClr val="1AD6CD"/>
                </a:gs>
                <a:gs pos="100000">
                  <a:srgbClr val="23CDC5"/>
                </a:gs>
              </a:gsLst>
              <a:lin ang="5400000" scaled="1"/>
            </a:gra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gradFill>
                    <a:gsLst>
                      <a:gs pos="16000">
                        <a:srgbClr val="23CDC5"/>
                      </a:gs>
                      <a:gs pos="100000">
                        <a:srgbClr val="1DD4D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数据透视!$K$10</c:f>
              <c:strCache>
                <c:ptCount val="1"/>
                <c:pt idx="0">
                  <c:v>汇总</c:v>
                </c:pt>
              </c:strCache>
            </c:strRef>
          </c:tx>
          <c:spPr>
            <a:ln w="28575" cap="rnd">
              <a:gradFill flip="none" rotWithShape="1">
                <a:gsLst>
                  <a:gs pos="0">
                    <a:srgbClr val="4CD9E0"/>
                  </a:gs>
                  <a:gs pos="100000">
                    <a:srgbClr val="55EBA7"/>
                  </a:gs>
                </a:gsLst>
                <a:lin ang="10800000" scaled="1"/>
                <a:tileRect/>
              </a:gra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数据透视!$J$11:$J$23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数据透视!$K$11:$K$23</c:f>
              <c:numCache>
                <c:formatCode>#,##0_ </c:formatCode>
                <c:ptCount val="12"/>
                <c:pt idx="0">
                  <c:v>865200</c:v>
                </c:pt>
                <c:pt idx="1">
                  <c:v>809036</c:v>
                </c:pt>
                <c:pt idx="2">
                  <c:v>1129678</c:v>
                </c:pt>
                <c:pt idx="3">
                  <c:v>941557</c:v>
                </c:pt>
                <c:pt idx="4">
                  <c:v>1125451</c:v>
                </c:pt>
                <c:pt idx="5">
                  <c:v>1398331</c:v>
                </c:pt>
                <c:pt idx="6">
                  <c:v>1349116</c:v>
                </c:pt>
                <c:pt idx="7">
                  <c:v>1547477</c:v>
                </c:pt>
                <c:pt idx="8">
                  <c:v>1623329</c:v>
                </c:pt>
                <c:pt idx="9">
                  <c:v>1662296</c:v>
                </c:pt>
                <c:pt idx="10">
                  <c:v>1839777</c:v>
                </c:pt>
                <c:pt idx="11">
                  <c:v>2053695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3CF-4E14-9844-949FCFA5ABE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7631424"/>
        <c:axId val="487640064"/>
      </c:lineChart>
      <c:catAx>
        <c:axId val="487631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  <a:cs typeface="+mn-cs"/>
              </a:defRPr>
            </a:pPr>
            <a:endParaRPr lang="zh-CN"/>
          </a:p>
        </c:txPr>
        <c:crossAx val="487640064"/>
        <c:crosses val="autoZero"/>
        <c:auto val="1"/>
        <c:lblAlgn val="ctr"/>
        <c:lblOffset val="100"/>
        <c:noMultiLvlLbl val="0"/>
      </c:catAx>
      <c:valAx>
        <c:axId val="487640064"/>
        <c:scaling>
          <c:orientation val="minMax"/>
        </c:scaling>
        <c:delete val="1"/>
        <c:axPos val="l"/>
        <c:numFmt formatCode="#,##0_ " sourceLinked="1"/>
        <c:majorTickMark val="none"/>
        <c:minorTickMark val="none"/>
        <c:tickLblPos val="nextTo"/>
        <c:crossAx val="487631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HarmonyOS Sans SC Black" panose="00000A00000000000000" pitchFamily="2" charset="-122"/>
          <a:ea typeface="HarmonyOS Sans SC Black" panose="00000A00000000000000" pitchFamily="2" charset="-122"/>
        </a:defRPr>
      </a:pPr>
      <a:endParaRPr lang="zh-CN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[2020-2023年电车销量数据分析.xlsx]市场份额!数据透视表14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rgbClr val="23CDC5"/>
          </a:solidFill>
          <a:ln>
            <a:noFill/>
          </a:ln>
          <a:effectLst/>
        </c:spPr>
      </c:pivotFmt>
      <c:pivotFmt>
        <c:idx val="26"/>
        <c:spPr>
          <a:solidFill>
            <a:srgbClr val="29DBD3"/>
          </a:solidFill>
          <a:ln>
            <a:noFill/>
          </a:ln>
          <a:effectLst/>
        </c:spPr>
      </c:pivotFmt>
      <c:pivotFmt>
        <c:idx val="27"/>
        <c:spPr>
          <a:solidFill>
            <a:srgbClr val="3ADED6"/>
          </a:solidFill>
          <a:ln>
            <a:noFill/>
          </a:ln>
          <a:effectLst/>
        </c:spPr>
      </c:pivotFmt>
      <c:pivotFmt>
        <c:idx val="28"/>
        <c:spPr>
          <a:solidFill>
            <a:srgbClr val="5CE4DE"/>
          </a:solidFill>
          <a:ln>
            <a:noFill/>
          </a:ln>
          <a:effectLst/>
        </c:spPr>
      </c:pivotFmt>
      <c:pivotFmt>
        <c:idx val="29"/>
        <c:spPr>
          <a:solidFill>
            <a:srgbClr val="66ECE6"/>
          </a:solidFill>
          <a:ln>
            <a:noFill/>
          </a:ln>
          <a:effectLst/>
        </c:spPr>
      </c:pivotFmt>
      <c:pivotFmt>
        <c:idx val="30"/>
        <c:spPr>
          <a:solidFill>
            <a:srgbClr val="7EEAE5"/>
          </a:solidFill>
          <a:ln>
            <a:noFill/>
          </a:ln>
          <a:effectLst/>
        </c:spPr>
      </c:pivotFmt>
      <c:pivotFmt>
        <c:idx val="31"/>
        <c:spPr>
          <a:solidFill>
            <a:srgbClr val="86ECE7"/>
          </a:solidFill>
          <a:ln>
            <a:noFill/>
          </a:ln>
          <a:effectLst/>
        </c:spPr>
      </c:pivotFmt>
      <c:pivotFmt>
        <c:idx val="32"/>
        <c:spPr>
          <a:solidFill>
            <a:srgbClr val="8FEDE9"/>
          </a:solidFill>
          <a:ln>
            <a:noFill/>
          </a:ln>
          <a:effectLst/>
        </c:spPr>
      </c:pivotFmt>
      <c:pivotFmt>
        <c:idx val="33"/>
        <c:spPr>
          <a:solidFill>
            <a:srgbClr val="A0F0EC"/>
          </a:solidFill>
          <a:ln>
            <a:noFill/>
          </a:ln>
          <a:effectLst/>
        </c:spPr>
      </c:pivotFmt>
      <c:pivotFmt>
        <c:idx val="34"/>
        <c:spPr>
          <a:solidFill>
            <a:srgbClr val="B1F3F0"/>
          </a:solidFill>
          <a:ln>
            <a:noFill/>
          </a:ln>
          <a:effectLst/>
        </c:spPr>
      </c:pivotFmt>
      <c:pivotFmt>
        <c:idx val="35"/>
        <c:spPr>
          <a:solidFill>
            <a:srgbClr val="CBF7F5"/>
          </a:solidFill>
          <a:ln>
            <a:noFill/>
          </a:ln>
          <a:effectLst/>
        </c:spPr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rgbClr val="23CDC5"/>
          </a:solidFill>
          <a:ln>
            <a:noFill/>
          </a:ln>
          <a:effectLst/>
        </c:spPr>
      </c:pivotFmt>
      <c:pivotFmt>
        <c:idx val="38"/>
        <c:spPr>
          <a:solidFill>
            <a:srgbClr val="29DBD3"/>
          </a:solidFill>
          <a:ln>
            <a:noFill/>
          </a:ln>
          <a:effectLst/>
        </c:spPr>
      </c:pivotFmt>
      <c:pivotFmt>
        <c:idx val="39"/>
        <c:spPr>
          <a:solidFill>
            <a:srgbClr val="3ADED6"/>
          </a:solidFill>
          <a:ln>
            <a:noFill/>
          </a:ln>
          <a:effectLst/>
        </c:spPr>
      </c:pivotFmt>
      <c:pivotFmt>
        <c:idx val="40"/>
        <c:spPr>
          <a:solidFill>
            <a:srgbClr val="5CE4DE"/>
          </a:solidFill>
          <a:ln>
            <a:noFill/>
          </a:ln>
          <a:effectLst/>
        </c:spPr>
      </c:pivotFmt>
      <c:pivotFmt>
        <c:idx val="41"/>
        <c:spPr>
          <a:solidFill>
            <a:srgbClr val="66ECE6"/>
          </a:solidFill>
          <a:ln>
            <a:noFill/>
          </a:ln>
          <a:effectLst/>
        </c:spPr>
      </c:pivotFmt>
      <c:pivotFmt>
        <c:idx val="42"/>
        <c:spPr>
          <a:solidFill>
            <a:srgbClr val="7EEAE5"/>
          </a:solidFill>
          <a:ln>
            <a:noFill/>
          </a:ln>
          <a:effectLst/>
        </c:spPr>
      </c:pivotFmt>
      <c:pivotFmt>
        <c:idx val="43"/>
        <c:spPr>
          <a:solidFill>
            <a:srgbClr val="86ECE7"/>
          </a:solidFill>
          <a:ln>
            <a:noFill/>
          </a:ln>
          <a:effectLst/>
        </c:spPr>
      </c:pivotFmt>
      <c:pivotFmt>
        <c:idx val="44"/>
        <c:spPr>
          <a:solidFill>
            <a:srgbClr val="8FEDE9"/>
          </a:solidFill>
          <a:ln>
            <a:noFill/>
          </a:ln>
          <a:effectLst/>
        </c:spPr>
      </c:pivotFmt>
      <c:pivotFmt>
        <c:idx val="45"/>
        <c:spPr>
          <a:solidFill>
            <a:srgbClr val="A0F0EC"/>
          </a:solidFill>
          <a:ln>
            <a:noFill/>
          </a:ln>
          <a:effectLst/>
        </c:spPr>
      </c:pivotFmt>
      <c:pivotFmt>
        <c:idx val="46"/>
        <c:spPr>
          <a:solidFill>
            <a:srgbClr val="B1F3F0"/>
          </a:solidFill>
          <a:ln>
            <a:noFill/>
          </a:ln>
          <a:effectLst/>
        </c:spPr>
      </c:pivotFmt>
      <c:pivotFmt>
        <c:idx val="47"/>
        <c:spPr>
          <a:solidFill>
            <a:srgbClr val="CBF7F5"/>
          </a:solidFill>
          <a:ln>
            <a:noFill/>
          </a:ln>
          <a:effectLst/>
        </c:spPr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rgbClr val="23CDC5"/>
          </a:solidFill>
          <a:ln>
            <a:noFill/>
          </a:ln>
          <a:effectLst/>
        </c:spPr>
      </c:pivotFmt>
      <c:pivotFmt>
        <c:idx val="50"/>
        <c:spPr>
          <a:solidFill>
            <a:srgbClr val="29DBD3"/>
          </a:solidFill>
          <a:ln>
            <a:noFill/>
          </a:ln>
          <a:effectLst/>
        </c:spPr>
      </c:pivotFmt>
      <c:pivotFmt>
        <c:idx val="51"/>
        <c:spPr>
          <a:solidFill>
            <a:srgbClr val="3ADED6"/>
          </a:solidFill>
          <a:ln>
            <a:noFill/>
          </a:ln>
          <a:effectLst/>
        </c:spPr>
      </c:pivotFmt>
      <c:pivotFmt>
        <c:idx val="52"/>
        <c:spPr>
          <a:solidFill>
            <a:srgbClr val="5CE4DE"/>
          </a:solidFill>
          <a:ln>
            <a:noFill/>
          </a:ln>
          <a:effectLst/>
        </c:spPr>
      </c:pivotFmt>
      <c:pivotFmt>
        <c:idx val="53"/>
        <c:spPr>
          <a:solidFill>
            <a:srgbClr val="66ECE6"/>
          </a:solidFill>
          <a:ln>
            <a:noFill/>
          </a:ln>
          <a:effectLst/>
        </c:spPr>
      </c:pivotFmt>
      <c:pivotFmt>
        <c:idx val="54"/>
        <c:spPr>
          <a:solidFill>
            <a:srgbClr val="7EEAE5"/>
          </a:solidFill>
          <a:ln>
            <a:noFill/>
          </a:ln>
          <a:effectLst/>
        </c:spPr>
      </c:pivotFmt>
      <c:pivotFmt>
        <c:idx val="55"/>
        <c:spPr>
          <a:solidFill>
            <a:srgbClr val="86ECE7"/>
          </a:solidFill>
          <a:ln>
            <a:noFill/>
          </a:ln>
          <a:effectLst/>
        </c:spPr>
      </c:pivotFmt>
      <c:pivotFmt>
        <c:idx val="56"/>
        <c:spPr>
          <a:solidFill>
            <a:srgbClr val="8FEDE9"/>
          </a:solidFill>
          <a:ln>
            <a:noFill/>
          </a:ln>
          <a:effectLst/>
        </c:spPr>
      </c:pivotFmt>
      <c:pivotFmt>
        <c:idx val="57"/>
        <c:spPr>
          <a:solidFill>
            <a:srgbClr val="A0F0EC"/>
          </a:solidFill>
          <a:ln>
            <a:noFill/>
          </a:ln>
          <a:effectLst/>
        </c:spPr>
      </c:pivotFmt>
      <c:pivotFmt>
        <c:idx val="58"/>
        <c:spPr>
          <a:solidFill>
            <a:srgbClr val="B1F3F0"/>
          </a:solidFill>
          <a:ln>
            <a:noFill/>
          </a:ln>
          <a:effectLst/>
        </c:spPr>
      </c:pivotFmt>
      <c:pivotFmt>
        <c:idx val="59"/>
        <c:spPr>
          <a:solidFill>
            <a:srgbClr val="CBF7F5"/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3154610371444975"/>
          <c:y val="0.23569119713365866"/>
          <c:w val="0.50742062325397774"/>
          <c:h val="0.69306228695876448"/>
        </c:manualLayout>
      </c:layout>
      <c:pieChart>
        <c:varyColors val="1"/>
        <c:ser>
          <c:idx val="0"/>
          <c:order val="0"/>
          <c:tx>
            <c:strRef>
              <c:f>市场份额!$H$1</c:f>
              <c:strCache>
                <c:ptCount val="1"/>
                <c:pt idx="0">
                  <c:v>汇总</c:v>
                </c:pt>
              </c:strCache>
            </c:strRef>
          </c:tx>
          <c:dPt>
            <c:idx val="0"/>
            <c:bubble3D val="0"/>
            <c:spPr>
              <a:solidFill>
                <a:srgbClr val="23CDC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E9B-418A-80AF-80398EFEF743}"/>
              </c:ext>
            </c:extLst>
          </c:dPt>
          <c:dPt>
            <c:idx val="1"/>
            <c:bubble3D val="0"/>
            <c:spPr>
              <a:solidFill>
                <a:srgbClr val="29DB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E9B-418A-80AF-80398EFEF743}"/>
              </c:ext>
            </c:extLst>
          </c:dPt>
          <c:dPt>
            <c:idx val="2"/>
            <c:bubble3D val="0"/>
            <c:spPr>
              <a:solidFill>
                <a:srgbClr val="3ADED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E9B-418A-80AF-80398EFEF743}"/>
              </c:ext>
            </c:extLst>
          </c:dPt>
          <c:dPt>
            <c:idx val="3"/>
            <c:bubble3D val="0"/>
            <c:spPr>
              <a:solidFill>
                <a:srgbClr val="5CE4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E9B-418A-80AF-80398EFEF743}"/>
              </c:ext>
            </c:extLst>
          </c:dPt>
          <c:dPt>
            <c:idx val="4"/>
            <c:bubble3D val="0"/>
            <c:spPr>
              <a:solidFill>
                <a:srgbClr val="66ECE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E9B-418A-80AF-80398EFEF743}"/>
              </c:ext>
            </c:extLst>
          </c:dPt>
          <c:dPt>
            <c:idx val="5"/>
            <c:bubble3D val="0"/>
            <c:spPr>
              <a:solidFill>
                <a:srgbClr val="7EEAE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E9B-418A-80AF-80398EFEF743}"/>
              </c:ext>
            </c:extLst>
          </c:dPt>
          <c:dPt>
            <c:idx val="6"/>
            <c:bubble3D val="0"/>
            <c:spPr>
              <a:solidFill>
                <a:srgbClr val="86ECE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E9B-418A-80AF-80398EFEF743}"/>
              </c:ext>
            </c:extLst>
          </c:dPt>
          <c:dPt>
            <c:idx val="7"/>
            <c:bubble3D val="0"/>
            <c:spPr>
              <a:solidFill>
                <a:srgbClr val="8FED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DE9B-418A-80AF-80398EFEF743}"/>
              </c:ext>
            </c:extLst>
          </c:dPt>
          <c:dPt>
            <c:idx val="8"/>
            <c:bubble3D val="0"/>
            <c:spPr>
              <a:solidFill>
                <a:srgbClr val="A0F0E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DE9B-418A-80AF-80398EFEF743}"/>
              </c:ext>
            </c:extLst>
          </c:dPt>
          <c:dPt>
            <c:idx val="9"/>
            <c:bubble3D val="0"/>
            <c:spPr>
              <a:solidFill>
                <a:srgbClr val="B1F3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DE9B-418A-80AF-80398EFEF743}"/>
              </c:ext>
            </c:extLst>
          </c:dPt>
          <c:dPt>
            <c:idx val="10"/>
            <c:bubble3D val="0"/>
            <c:spPr>
              <a:solidFill>
                <a:srgbClr val="CBF7F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DE9B-418A-80AF-80398EFEF7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市场份额!$G$2:$G$12</c:f>
              <c:strCache>
                <c:ptCount val="11"/>
                <c:pt idx="0">
                  <c:v>其他</c:v>
                </c:pt>
                <c:pt idx="1">
                  <c:v>比亚迪</c:v>
                </c:pt>
                <c:pt idx="2">
                  <c:v>特斯拉中国</c:v>
                </c:pt>
                <c:pt idx="3">
                  <c:v>上汽通用五菱</c:v>
                </c:pt>
                <c:pt idx="4">
                  <c:v>理想</c:v>
                </c:pt>
                <c:pt idx="5">
                  <c:v>上汽集团</c:v>
                </c:pt>
                <c:pt idx="6">
                  <c:v>广汽埃安</c:v>
                </c:pt>
                <c:pt idx="7">
                  <c:v>蔚来</c:v>
                </c:pt>
                <c:pt idx="8">
                  <c:v>奇瑞新能源</c:v>
                </c:pt>
                <c:pt idx="9">
                  <c:v>长城新能源</c:v>
                </c:pt>
                <c:pt idx="10">
                  <c:v>长安汽车</c:v>
                </c:pt>
              </c:strCache>
            </c:strRef>
          </c:cat>
          <c:val>
            <c:numRef>
              <c:f>市场份额!$H$2:$H$12</c:f>
              <c:numCache>
                <c:formatCode>0.00%</c:formatCode>
                <c:ptCount val="11"/>
                <c:pt idx="0">
                  <c:v>0.29699999999999999</c:v>
                </c:pt>
                <c:pt idx="1">
                  <c:v>0.2969805400973255</c:v>
                </c:pt>
                <c:pt idx="2">
                  <c:v>0.11141042217155483</c:v>
                </c:pt>
                <c:pt idx="3">
                  <c:v>0.10090754063810439</c:v>
                </c:pt>
                <c:pt idx="4">
                  <c:v>3.8607659873760344E-2</c:v>
                </c:pt>
                <c:pt idx="5">
                  <c:v>3.4608135372512464E-2</c:v>
                </c:pt>
                <c:pt idx="6">
                  <c:v>2.9012459694720258E-2</c:v>
                </c:pt>
                <c:pt idx="7">
                  <c:v>2.4373043087394065E-2</c:v>
                </c:pt>
                <c:pt idx="8">
                  <c:v>2.3851719764333226E-2</c:v>
                </c:pt>
                <c:pt idx="9">
                  <c:v>2.1869027013431616E-2</c:v>
                </c:pt>
                <c:pt idx="10">
                  <c:v>2.1058562272135178E-2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DE9B-418A-80AF-80398EFEF7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8358582409597746"/>
          <c:y val="2.9104557128161828E-2"/>
          <c:w val="0.30302725688400095"/>
          <c:h val="0.927114877709476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tx1"/>
          </a:solidFill>
          <a:latin typeface="HarmonyOS Sans SC Black" panose="00000A00000000000000" pitchFamily="2" charset="-122"/>
          <a:ea typeface="HarmonyOS Sans SC Black" panose="00000A00000000000000" pitchFamily="2" charset="-122"/>
        </a:defRPr>
      </a:pPr>
      <a:endParaRPr lang="zh-CN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[2020-2023年电车销量数据分析.xlsx]数据透视!数据透视表1</c:name>
    <c:fmtId val="17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>
            <a:gsLst>
              <a:gs pos="13000">
                <a:srgbClr val="23CDC5"/>
              </a:gs>
              <a:gs pos="100000">
                <a:srgbClr val="1AD6CD"/>
              </a:gs>
            </a:gsLst>
            <a:lin ang="5400000" scaled="1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gradFill>
                    <a:gsLst>
                      <a:gs pos="13000">
                        <a:srgbClr val="23CDC5"/>
                      </a:gs>
                      <a:gs pos="100000">
                        <a:srgbClr val="1AD6C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>
            <a:gsLst>
              <a:gs pos="13000">
                <a:srgbClr val="23CDC5"/>
              </a:gs>
              <a:gs pos="100000">
                <a:srgbClr val="1AD6CD"/>
              </a:gs>
            </a:gsLst>
            <a:lin ang="5400000" scaled="1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gradFill>
                    <a:gsLst>
                      <a:gs pos="13000">
                        <a:srgbClr val="23CDC5"/>
                      </a:gs>
                      <a:gs pos="100000">
                        <a:srgbClr val="1AD6C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>
            <a:gsLst>
              <a:gs pos="13000">
                <a:srgbClr val="23CDC5"/>
              </a:gs>
              <a:gs pos="100000">
                <a:srgbClr val="1AD6CD"/>
              </a:gs>
            </a:gsLst>
            <a:lin ang="5400000" scaled="1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gradFill>
                    <a:gsLst>
                      <a:gs pos="13000">
                        <a:srgbClr val="23CDC5"/>
                      </a:gs>
                      <a:gs pos="100000">
                        <a:srgbClr val="1AD6CD"/>
                      </a:gs>
                    </a:gsLst>
                    <a:lin ang="5400000" scaled="1"/>
                  </a:gra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115256241502963"/>
          <c:y val="4.2683535796017961E-2"/>
          <c:w val="0.64493156507402227"/>
          <c:h val="0.9279606765637905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数据透视!$H$26</c:f>
              <c:strCache>
                <c:ptCount val="1"/>
                <c:pt idx="0">
                  <c:v>汇总</c:v>
                </c:pt>
              </c:strCache>
            </c:strRef>
          </c:tx>
          <c:spPr>
            <a:gradFill>
              <a:gsLst>
                <a:gs pos="0">
                  <a:srgbClr val="F4FEFE"/>
                </a:gs>
                <a:gs pos="100000">
                  <a:srgbClr val="DAF8FA"/>
                </a:gs>
              </a:gsLst>
              <a:lin ang="2700000" scaled="1"/>
            </a:gradFill>
            <a:ln>
              <a:noFill/>
            </a:ln>
            <a:effectLst>
              <a:outerShdw blurRad="63500" dist="38100" dir="2700000" algn="tl" rotWithShape="0">
                <a:prstClr val="black">
                  <a:alpha val="3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effectLst>
                      <a:outerShdw blurRad="101600" dist="38100" dir="2700000" algn="tl" rotWithShape="0">
                        <a:prstClr val="black">
                          <a:alpha val="30000"/>
                        </a:prstClr>
                      </a:outerShdw>
                    </a:effectLst>
                    <a:latin typeface="HarmonyOS Sans SC Black" panose="00000A00000000000000" pitchFamily="2" charset="-122"/>
                    <a:ea typeface="HarmonyOS Sans SC Black" panose="00000A00000000000000" pitchFamily="2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数据透视!$G$27:$G$37</c:f>
              <c:strCache>
                <c:ptCount val="10"/>
                <c:pt idx="0">
                  <c:v>长安汽车</c:v>
                </c:pt>
                <c:pt idx="1">
                  <c:v>长城新能源</c:v>
                </c:pt>
                <c:pt idx="2">
                  <c:v>奇瑞新能源</c:v>
                </c:pt>
                <c:pt idx="3">
                  <c:v>蔚来</c:v>
                </c:pt>
                <c:pt idx="4">
                  <c:v>广汽埃安</c:v>
                </c:pt>
                <c:pt idx="5">
                  <c:v>上汽集团</c:v>
                </c:pt>
                <c:pt idx="6">
                  <c:v>理想</c:v>
                </c:pt>
                <c:pt idx="7">
                  <c:v>上汽通用五菱</c:v>
                </c:pt>
                <c:pt idx="8">
                  <c:v>特斯拉中国</c:v>
                </c:pt>
                <c:pt idx="9">
                  <c:v>比亚迪</c:v>
                </c:pt>
              </c:strCache>
            </c:strRef>
          </c:cat>
          <c:val>
            <c:numRef>
              <c:f>数据透视!$H$27:$H$37</c:f>
              <c:numCache>
                <c:formatCode>#,##0_ </c:formatCode>
                <c:ptCount val="10"/>
                <c:pt idx="0">
                  <c:v>344201</c:v>
                </c:pt>
                <c:pt idx="1">
                  <c:v>357448</c:v>
                </c:pt>
                <c:pt idx="2">
                  <c:v>389855</c:v>
                </c:pt>
                <c:pt idx="3">
                  <c:v>398376</c:v>
                </c:pt>
                <c:pt idx="4">
                  <c:v>474207</c:v>
                </c:pt>
                <c:pt idx="5">
                  <c:v>565668</c:v>
                </c:pt>
                <c:pt idx="6">
                  <c:v>631040</c:v>
                </c:pt>
                <c:pt idx="7">
                  <c:v>1649328</c:v>
                </c:pt>
                <c:pt idx="8">
                  <c:v>1820997</c:v>
                </c:pt>
                <c:pt idx="9">
                  <c:v>4854130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9A-4CEA-BCD5-59E0779DDE3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70444368"/>
        <c:axId val="1770395408"/>
      </c:barChart>
      <c:catAx>
        <c:axId val="1770444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gradFill>
                  <a:gsLst>
                    <a:gs pos="43000">
                      <a:srgbClr val="F4FEFE"/>
                    </a:gs>
                    <a:gs pos="95000">
                      <a:srgbClr val="DAF8FA"/>
                    </a:gs>
                  </a:gsLst>
                  <a:lin ang="2700000" scaled="1"/>
                </a:gradFill>
                <a:effectLst>
                  <a:outerShdw blurRad="152400" dist="63500" dir="2700000" algn="tl" rotWithShape="0">
                    <a:prstClr val="black">
                      <a:alpha val="30000"/>
                    </a:prstClr>
                  </a:outerShdw>
                </a:effectLst>
                <a:latin typeface="HarmonyOS Sans SC Black" panose="00000A00000000000000" pitchFamily="2" charset="-122"/>
                <a:ea typeface="HarmonyOS Sans SC Black" panose="00000A00000000000000" pitchFamily="2" charset="-122"/>
                <a:cs typeface="+mn-cs"/>
              </a:defRPr>
            </a:pPr>
            <a:endParaRPr lang="zh-CN"/>
          </a:p>
        </c:txPr>
        <c:crossAx val="1770395408"/>
        <c:crosses val="autoZero"/>
        <c:auto val="1"/>
        <c:lblAlgn val="ctr"/>
        <c:lblOffset val="100"/>
        <c:noMultiLvlLbl val="0"/>
      </c:catAx>
      <c:valAx>
        <c:axId val="1770395408"/>
        <c:scaling>
          <c:orientation val="minMax"/>
          <c:max val="5000000"/>
        </c:scaling>
        <c:delete val="1"/>
        <c:axPos val="b"/>
        <c:numFmt formatCode="#,##0_ " sourceLinked="1"/>
        <c:majorTickMark val="none"/>
        <c:minorTickMark val="none"/>
        <c:tickLblPos val="nextTo"/>
        <c:crossAx val="1770444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HarmonyOS Sans SC Black" panose="00000A00000000000000" pitchFamily="2" charset="-122"/>
          <a:ea typeface="HarmonyOS Sans SC Black" panose="00000A00000000000000" pitchFamily="2" charset="-122"/>
        </a:defRPr>
      </a:pPr>
      <a:endParaRPr lang="zh-CN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[2020-2023年电车销量数据分析.xlsx]数据透视!数据透视表7</c:name>
    <c:fmtId val="31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23CDC5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rgbClr val="3ADED6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rgbClr val="5CE4DE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rgbClr val="7EEAE5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rgbClr val="A0F0EC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rgbClr val="C3F5F3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23CDC5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rgbClr val="3ADED6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rgbClr val="5CE4DE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rgbClr val="7EEAE5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rgbClr val="A0F0EC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rgbClr val="C3F5F3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23CDC5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rgbClr val="3ADED6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rgbClr val="5CE4DE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rgbClr val="7EEAE5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rgbClr val="A0F0EC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rgbClr val="C3F5F3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rgbClr val="23CDC5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rgbClr val="3ADED6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rgbClr val="5CE4DE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rgbClr val="7EEAE5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rgbClr val="A0F0EC"/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rgbClr val="C3F5F3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rgbClr val="23CDC5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rgbClr val="3ADED6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rgbClr val="5CE4DE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rgbClr val="7EEAE5"/>
          </a:solidFill>
          <a:ln w="19050">
            <a:solidFill>
              <a:schemeClr val="lt1"/>
            </a:solidFill>
          </a:ln>
          <a:effectLst/>
        </c:spPr>
      </c:pivotFmt>
      <c:pivotFmt>
        <c:idx val="41"/>
        <c:spPr>
          <a:solidFill>
            <a:srgbClr val="A0F0EC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rgbClr val="C3F5F3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数据透视!$N$10</c:f>
              <c:strCache>
                <c:ptCount val="1"/>
                <c:pt idx="0">
                  <c:v>汇总</c:v>
                </c:pt>
              </c:strCache>
            </c:strRef>
          </c:tx>
          <c:dPt>
            <c:idx val="0"/>
            <c:bubble3D val="0"/>
            <c:spPr>
              <a:solidFill>
                <a:srgbClr val="23CDC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B2E-44BB-B802-E19FF7E11B09}"/>
              </c:ext>
            </c:extLst>
          </c:dPt>
          <c:dPt>
            <c:idx val="1"/>
            <c:bubble3D val="0"/>
            <c:spPr>
              <a:solidFill>
                <a:srgbClr val="3ADED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B2E-44BB-B802-E19FF7E11B09}"/>
              </c:ext>
            </c:extLst>
          </c:dPt>
          <c:dPt>
            <c:idx val="2"/>
            <c:bubble3D val="0"/>
            <c:spPr>
              <a:solidFill>
                <a:srgbClr val="5CE4D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B2E-44BB-B802-E19FF7E11B09}"/>
              </c:ext>
            </c:extLst>
          </c:dPt>
          <c:dPt>
            <c:idx val="3"/>
            <c:bubble3D val="0"/>
            <c:spPr>
              <a:solidFill>
                <a:srgbClr val="7EEA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B2E-44BB-B802-E19FF7E11B09}"/>
              </c:ext>
            </c:extLst>
          </c:dPt>
          <c:dPt>
            <c:idx val="4"/>
            <c:bubble3D val="0"/>
            <c:spPr>
              <a:solidFill>
                <a:srgbClr val="A0F0E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B2E-44BB-B802-E19FF7E11B09}"/>
              </c:ext>
            </c:extLst>
          </c:dPt>
          <c:dPt>
            <c:idx val="5"/>
            <c:bubble3D val="0"/>
            <c:spPr>
              <a:solidFill>
                <a:srgbClr val="C3F5F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B2E-44BB-B802-E19FF7E11B0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数据透视!$M$11:$M$17</c:f>
              <c:strCache>
                <c:ptCount val="6"/>
                <c:pt idx="0">
                  <c:v>10到20万</c:v>
                </c:pt>
                <c:pt idx="1">
                  <c:v>10万以下</c:v>
                </c:pt>
                <c:pt idx="2">
                  <c:v>20到30万</c:v>
                </c:pt>
                <c:pt idx="3">
                  <c:v>30到40万</c:v>
                </c:pt>
                <c:pt idx="4">
                  <c:v>40到50万</c:v>
                </c:pt>
                <c:pt idx="5">
                  <c:v>50万及以上</c:v>
                </c:pt>
              </c:strCache>
            </c:strRef>
          </c:cat>
          <c:val>
            <c:numRef>
              <c:f>数据透视!$N$11:$N$17</c:f>
              <c:numCache>
                <c:formatCode>#,##0_ </c:formatCode>
                <c:ptCount val="6"/>
                <c:pt idx="0">
                  <c:v>6759372</c:v>
                </c:pt>
                <c:pt idx="1">
                  <c:v>3234255</c:v>
                </c:pt>
                <c:pt idx="2">
                  <c:v>3191071</c:v>
                </c:pt>
                <c:pt idx="3">
                  <c:v>2084849</c:v>
                </c:pt>
                <c:pt idx="4">
                  <c:v>513014</c:v>
                </c:pt>
                <c:pt idx="5">
                  <c:v>562382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B2E-44BB-B802-E19FF7E11B0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HarmonyOS Sans SC Black" panose="00000A00000000000000" pitchFamily="2" charset="-122"/>
          <a:ea typeface="HarmonyOS Sans SC Black" panose="00000A00000000000000" pitchFamily="2" charset="-122"/>
        </a:defRPr>
      </a:pPr>
      <a:endParaRPr lang="zh-CN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[2020-2023年电车销量数据分析.xlsx]行业集中度!数据透视表12</c:name>
    <c:fmtId val="1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rgbClr val="23CDC5"/>
          </a:solidFill>
          <a:ln>
            <a:solidFill>
              <a:srgbClr val="23CDC5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rgbClr val="29DBD3"/>
          </a:solidFill>
          <a:ln>
            <a:solidFill>
              <a:srgbClr val="5CE4DE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rgbClr val="7EEAE5"/>
          </a:solidFill>
          <a:ln>
            <a:solidFill>
              <a:srgbClr val="7EEAE5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rgbClr val="C3F5F3"/>
          </a:solidFill>
          <a:ln>
            <a:solidFill>
              <a:srgbClr val="C3F5F3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rgbClr val="23CDC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rgbClr val="5CE4DE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rgbClr val="C3F5F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rgbClr val="23CDC5"/>
          </a:solidFill>
          <a:ln>
            <a:solidFill>
              <a:srgbClr val="23CDC5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rgbClr val="29DBD3"/>
          </a:solidFill>
          <a:ln>
            <a:solidFill>
              <a:srgbClr val="5CE4DE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rgbClr val="7EEAE5"/>
          </a:solidFill>
          <a:ln>
            <a:solidFill>
              <a:srgbClr val="7EEAE5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rgbClr val="C3F5F3"/>
          </a:solidFill>
          <a:ln>
            <a:solidFill>
              <a:srgbClr val="C3F5F3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rgbClr val="23CDC5"/>
          </a:solidFill>
          <a:ln>
            <a:solidFill>
              <a:srgbClr val="23CDC5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rgbClr val="29DBD3"/>
          </a:solidFill>
          <a:ln>
            <a:solidFill>
              <a:srgbClr val="5CE4DE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rgbClr val="7EEAE5"/>
          </a:solidFill>
          <a:ln>
            <a:solidFill>
              <a:srgbClr val="7EEAE5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rgbClr val="C3F5F3"/>
          </a:solidFill>
          <a:ln>
            <a:solidFill>
              <a:srgbClr val="C3F5F3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  <a:cs typeface="+mn-cs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行业集中度!$F$8:$F$9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23CDC5"/>
            </a:solidFill>
            <a:ln>
              <a:solidFill>
                <a:srgbClr val="23CDC5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行业集中度!$E$10:$E$12</c:f>
              <c:strCache>
                <c:ptCount val="3"/>
                <c:pt idx="0">
                  <c:v>求和项:CR3</c:v>
                </c:pt>
                <c:pt idx="1">
                  <c:v>求和项:CR5</c:v>
                </c:pt>
                <c:pt idx="2">
                  <c:v>求和项:CR10</c:v>
                </c:pt>
              </c:strCache>
            </c:strRef>
          </c:cat>
          <c:val>
            <c:numRef>
              <c:f>行业集中度!$F$10:$F$12</c:f>
              <c:numCache>
                <c:formatCode>0.00%</c:formatCode>
                <c:ptCount val="3"/>
                <c:pt idx="0">
                  <c:v>0.50052977973388757</c:v>
                </c:pt>
                <c:pt idx="1">
                  <c:v>0.60764207266132808</c:v>
                </c:pt>
                <c:pt idx="2">
                  <c:v>0.76279825580210692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F-4B0E-9DA6-15E8E2C6DB67}"/>
            </c:ext>
          </c:extLst>
        </c:ser>
        <c:ser>
          <c:idx val="1"/>
          <c:order val="1"/>
          <c:tx>
            <c:strRef>
              <c:f>行业集中度!$G$8:$G$9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29DBD3"/>
            </a:solidFill>
            <a:ln>
              <a:solidFill>
                <a:srgbClr val="5CE4DE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行业集中度!$E$10:$E$12</c:f>
              <c:strCache>
                <c:ptCount val="3"/>
                <c:pt idx="0">
                  <c:v>求和项:CR3</c:v>
                </c:pt>
                <c:pt idx="1">
                  <c:v>求和项:CR5</c:v>
                </c:pt>
                <c:pt idx="2">
                  <c:v>求和项:CR10</c:v>
                </c:pt>
              </c:strCache>
            </c:strRef>
          </c:cat>
          <c:val>
            <c:numRef>
              <c:f>行业集中度!$G$10:$G$12</c:f>
              <c:numCache>
                <c:formatCode>0.00%</c:formatCode>
                <c:ptCount val="3"/>
                <c:pt idx="0">
                  <c:v>0.44762008315726526</c:v>
                </c:pt>
                <c:pt idx="1">
                  <c:v>0.57437458899860516</c:v>
                </c:pt>
                <c:pt idx="2">
                  <c:v>0.7377347502191387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F-4B0E-9DA6-15E8E2C6DB67}"/>
            </c:ext>
          </c:extLst>
        </c:ser>
        <c:ser>
          <c:idx val="2"/>
          <c:order val="2"/>
          <c:tx>
            <c:strRef>
              <c:f>行业集中度!$H$8:$H$9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7EEAE5"/>
            </a:solidFill>
            <a:ln>
              <a:solidFill>
                <a:srgbClr val="7EEAE5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行业集中度!$E$10:$E$12</c:f>
              <c:strCache>
                <c:ptCount val="3"/>
                <c:pt idx="0">
                  <c:v>求和项:CR3</c:v>
                </c:pt>
                <c:pt idx="1">
                  <c:v>求和项:CR5</c:v>
                </c:pt>
                <c:pt idx="2">
                  <c:v>求和项:CR10</c:v>
                </c:pt>
              </c:strCache>
            </c:strRef>
          </c:cat>
          <c:val>
            <c:numRef>
              <c:f>行业集中度!$H$10:$H$12</c:f>
              <c:numCache>
                <c:formatCode>0.00%</c:formatCode>
                <c:ptCount val="3"/>
                <c:pt idx="0">
                  <c:v>0.52238227888103772</c:v>
                </c:pt>
                <c:pt idx="1">
                  <c:v>0.5812939470263877</c:v>
                </c:pt>
                <c:pt idx="2">
                  <c:v>0.69408119388513223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AF-4B0E-9DA6-15E8E2C6DB67}"/>
            </c:ext>
          </c:extLst>
        </c:ser>
        <c:ser>
          <c:idx val="3"/>
          <c:order val="3"/>
          <c:tx>
            <c:strRef>
              <c:f>行业集中度!$I$8:$I$9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3F5F3"/>
            </a:solidFill>
            <a:ln>
              <a:solidFill>
                <a:srgbClr val="C3F5F3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行业集中度!$E$10:$E$12</c:f>
              <c:strCache>
                <c:ptCount val="3"/>
                <c:pt idx="0">
                  <c:v>求和项:CR3</c:v>
                </c:pt>
                <c:pt idx="1">
                  <c:v>求和项:CR5</c:v>
                </c:pt>
                <c:pt idx="2">
                  <c:v>求和项:CR10</c:v>
                </c:pt>
              </c:strCache>
            </c:strRef>
          </c:cat>
          <c:val>
            <c:numRef>
              <c:f>行业集中度!$I$10:$I$12</c:f>
              <c:numCache>
                <c:formatCode>0.00%</c:formatCode>
                <c:ptCount val="3"/>
                <c:pt idx="0">
                  <c:v>0.5401956061289479</c:v>
                </c:pt>
                <c:pt idx="1">
                  <c:v>0.63476454656214842</c:v>
                </c:pt>
                <c:pt idx="2">
                  <c:v>0.74455129237077122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AF-4B0E-9DA6-15E8E2C6DB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60983120"/>
        <c:axId val="600572944"/>
      </c:barChart>
      <c:catAx>
        <c:axId val="176098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  <a:cs typeface="+mn-cs"/>
              </a:defRPr>
            </a:pPr>
            <a:endParaRPr lang="zh-CN"/>
          </a:p>
        </c:txPr>
        <c:crossAx val="600572944"/>
        <c:crosses val="autoZero"/>
        <c:auto val="1"/>
        <c:lblAlgn val="ctr"/>
        <c:lblOffset val="100"/>
        <c:noMultiLvlLbl val="0"/>
      </c:catAx>
      <c:valAx>
        <c:axId val="600572944"/>
        <c:scaling>
          <c:orientation val="minMax"/>
          <c:max val="0.8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crossAx val="1760983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400" b="1">
          <a:solidFill>
            <a:schemeClr val="tx1"/>
          </a:solidFill>
          <a:latin typeface="HarmonyOS Sans SC Black" panose="00000A00000000000000" pitchFamily="2" charset="-122"/>
          <a:ea typeface="HarmonyOS Sans SC Black" panose="00000A00000000000000" pitchFamily="2" charset="-122"/>
        </a:defRPr>
      </a:pPr>
      <a:endParaRPr lang="zh-CN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3E039-224A-456F-AC78-A5D091AA08DF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5FA5B-BBCE-4C40-A1F9-B93A946C99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86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5FA5B-BBCE-4C40-A1F9-B93A946C995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1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223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692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3000">
              <a:srgbClr val="F4FEFE"/>
            </a:gs>
            <a:gs pos="95000">
              <a:srgbClr val="DAF8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25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57C9908F-197F-2CCB-F2C3-8ED9E9C87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" y="0"/>
            <a:ext cx="12187701" cy="68580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8BDCF76-8001-1EA5-F7AE-ABC8F90A8DA8}"/>
              </a:ext>
            </a:extLst>
          </p:cNvPr>
          <p:cNvSpPr/>
          <p:nvPr/>
        </p:nvSpPr>
        <p:spPr>
          <a:xfrm>
            <a:off x="0" y="0"/>
            <a:ext cx="12187701" cy="5410200"/>
          </a:xfrm>
          <a:prstGeom prst="rect">
            <a:avLst/>
          </a:prstGeom>
          <a:gradFill flip="none" rotWithShape="1">
            <a:gsLst>
              <a:gs pos="0">
                <a:srgbClr val="23CDC5">
                  <a:alpha val="0"/>
                </a:srgbClr>
              </a:gs>
              <a:gs pos="100000">
                <a:srgbClr val="1DD4DD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F69D9F-ED21-30D5-20CC-5F98C570532D}"/>
              </a:ext>
            </a:extLst>
          </p:cNvPr>
          <p:cNvSpPr txBox="1"/>
          <p:nvPr/>
        </p:nvSpPr>
        <p:spPr>
          <a:xfrm>
            <a:off x="3283371" y="1426404"/>
            <a:ext cx="562525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8000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+mj-lt"/>
              </a:rPr>
              <a:t>2020-2023</a:t>
            </a:r>
            <a:endParaRPr lang="zh-CN" altLang="en-US" sz="8000" dirty="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effectLst>
                <a:outerShdw blurRad="127000" dist="63500" dir="2700000" algn="tl" rotWithShape="0">
                  <a:prstClr val="black">
                    <a:alpha val="20000"/>
                  </a:prstClr>
                </a:outerShdw>
              </a:effectLst>
              <a:latin typeface="+mj-lt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1B23DF2-6123-A6EC-CBA0-A5BAB273C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98" t="40576" r="22654" b="15238"/>
          <a:stretch>
            <a:fillRect/>
          </a:stretch>
        </p:blipFill>
        <p:spPr>
          <a:xfrm>
            <a:off x="2948644" y="4073766"/>
            <a:ext cx="6066076" cy="2967731"/>
          </a:xfrm>
          <a:custGeom>
            <a:avLst/>
            <a:gdLst>
              <a:gd name="csX0" fmla="*/ 0 w 6193971"/>
              <a:gd name="csY0" fmla="*/ 0 h 3030302"/>
              <a:gd name="csX1" fmla="*/ 6193971 w 6193971"/>
              <a:gd name="csY1" fmla="*/ 0 h 3030302"/>
              <a:gd name="csX2" fmla="*/ 6193971 w 6193971"/>
              <a:gd name="csY2" fmla="*/ 3030302 h 3030302"/>
              <a:gd name="csX3" fmla="*/ 0 w 6193971"/>
              <a:gd name="csY3" fmla="*/ 3030302 h 3030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93971" h="3030302">
                <a:moveTo>
                  <a:pt x="0" y="0"/>
                </a:moveTo>
                <a:lnTo>
                  <a:pt x="6193971" y="0"/>
                </a:lnTo>
                <a:lnTo>
                  <a:pt x="6193971" y="3030302"/>
                </a:lnTo>
                <a:lnTo>
                  <a:pt x="0" y="3030302"/>
                </a:lnTo>
                <a:close/>
              </a:path>
            </a:pathLst>
          </a:cu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E324A6F8-F9D5-BF61-F5AC-72CD84AC82EB}"/>
              </a:ext>
            </a:extLst>
          </p:cNvPr>
          <p:cNvSpPr/>
          <p:nvPr/>
        </p:nvSpPr>
        <p:spPr>
          <a:xfrm>
            <a:off x="4299" y="4385228"/>
            <a:ext cx="12187701" cy="2472772"/>
          </a:xfrm>
          <a:prstGeom prst="rect">
            <a:avLst/>
          </a:prstGeom>
          <a:gradFill flip="none" rotWithShape="1">
            <a:gsLst>
              <a:gs pos="0">
                <a:srgbClr val="23CDC5">
                  <a:alpha val="0"/>
                </a:srgbClr>
              </a:gs>
              <a:gs pos="100000">
                <a:srgbClr val="55EBA7">
                  <a:alpha val="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1C6C3D-305F-D179-461B-5D455384CDC4}"/>
              </a:ext>
            </a:extLst>
          </p:cNvPr>
          <p:cNvSpPr txBox="1"/>
          <p:nvPr/>
        </p:nvSpPr>
        <p:spPr>
          <a:xfrm>
            <a:off x="617577" y="2293362"/>
            <a:ext cx="109568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600" dirty="0">
                <a:solidFill>
                  <a:schemeClr val="bg1"/>
                </a:solidFill>
                <a:effectLst>
                  <a:outerShdw blurRad="1524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rPr>
              <a:t>中国新能源汽车销量数据分析报告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97F5EED-F96F-E6EC-0F88-C3A3F69CFABE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4267201" y="3388798"/>
            <a:ext cx="7010399" cy="1"/>
          </a:xfrm>
          <a:prstGeom prst="line">
            <a:avLst/>
          </a:prstGeom>
          <a:ln w="12700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E7853E82-0169-65A3-713F-3DEE1591E073}"/>
              </a:ext>
            </a:extLst>
          </p:cNvPr>
          <p:cNvSpPr/>
          <p:nvPr/>
        </p:nvSpPr>
        <p:spPr>
          <a:xfrm>
            <a:off x="765811" y="3352798"/>
            <a:ext cx="3501390" cy="72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015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CFA5AF2E-E917-B8D0-C735-0A09064D2A81}"/>
              </a:ext>
            </a:extLst>
          </p:cNvPr>
          <p:cNvGrpSpPr/>
          <p:nvPr/>
        </p:nvGrpSpPr>
        <p:grpSpPr>
          <a:xfrm>
            <a:off x="6291943" y="1999225"/>
            <a:ext cx="5426755" cy="4490475"/>
            <a:chOff x="407988" y="1999225"/>
            <a:chExt cx="5688012" cy="4490475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D471E64B-F919-ECB4-C703-308248E367A4}"/>
                </a:ext>
              </a:extLst>
            </p:cNvPr>
            <p:cNvSpPr/>
            <p:nvPr/>
          </p:nvSpPr>
          <p:spPr>
            <a:xfrm>
              <a:off x="407988" y="1999225"/>
              <a:ext cx="5688012" cy="4490475"/>
            </a:xfrm>
            <a:prstGeom prst="roundRect">
              <a:avLst>
                <a:gd name="adj" fmla="val 4278"/>
              </a:avLst>
            </a:prstGeom>
            <a:gradFill>
              <a:gsLst>
                <a:gs pos="0">
                  <a:srgbClr val="55EBA7"/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184821DE-15A9-F50F-E6B0-F244A806852A}"/>
                </a:ext>
              </a:extLst>
            </p:cNvPr>
            <p:cNvSpPr/>
            <p:nvPr/>
          </p:nvSpPr>
          <p:spPr>
            <a:xfrm>
              <a:off x="489857" y="2601686"/>
              <a:ext cx="5529944" cy="3788228"/>
            </a:xfrm>
            <a:prstGeom prst="roundRect">
              <a:avLst>
                <a:gd name="adj" fmla="val 4278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10F082A-4AA3-D7A6-35A6-D893675FDF01}"/>
                </a:ext>
              </a:extLst>
            </p:cNvPr>
            <p:cNvSpPr txBox="1"/>
            <p:nvPr/>
          </p:nvSpPr>
          <p:spPr>
            <a:xfrm>
              <a:off x="489857" y="2122714"/>
              <a:ext cx="18065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152400" dist="63500" dir="2700000" algn="tl" rotWithShape="0">
                      <a:prstClr val="black">
                        <a:alpha val="30000"/>
                      </a:prstClr>
                    </a:outerShdw>
                  </a:effectLst>
                </a:rPr>
                <a:t>年度增长率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60990C4-2FA0-D464-441A-9F28B9295442}"/>
              </a:ext>
            </a:extLst>
          </p:cNvPr>
          <p:cNvGrpSpPr/>
          <p:nvPr/>
        </p:nvGrpSpPr>
        <p:grpSpPr>
          <a:xfrm>
            <a:off x="473304" y="1999225"/>
            <a:ext cx="5426755" cy="4490475"/>
            <a:chOff x="407988" y="1999225"/>
            <a:chExt cx="5688012" cy="4490475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030BA377-AF0F-8F20-509B-B666CC556203}"/>
                </a:ext>
              </a:extLst>
            </p:cNvPr>
            <p:cNvSpPr/>
            <p:nvPr/>
          </p:nvSpPr>
          <p:spPr>
            <a:xfrm>
              <a:off x="407988" y="1999225"/>
              <a:ext cx="5688012" cy="4490475"/>
            </a:xfrm>
            <a:prstGeom prst="roundRect">
              <a:avLst>
                <a:gd name="adj" fmla="val 4278"/>
              </a:avLst>
            </a:prstGeom>
            <a:gradFill>
              <a:gsLst>
                <a:gs pos="0">
                  <a:srgbClr val="55EBA7"/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C9BFF031-3674-5421-5B4A-D26BE0F637DB}"/>
                </a:ext>
              </a:extLst>
            </p:cNvPr>
            <p:cNvSpPr/>
            <p:nvPr/>
          </p:nvSpPr>
          <p:spPr>
            <a:xfrm>
              <a:off x="489857" y="2601686"/>
              <a:ext cx="5529944" cy="3788228"/>
            </a:xfrm>
            <a:prstGeom prst="roundRect">
              <a:avLst>
                <a:gd name="adj" fmla="val 4278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FED648-BEB5-F134-5778-9A7468E7258A}"/>
                </a:ext>
              </a:extLst>
            </p:cNvPr>
            <p:cNvSpPr txBox="1"/>
            <p:nvPr/>
          </p:nvSpPr>
          <p:spPr>
            <a:xfrm>
              <a:off x="489857" y="2122714"/>
              <a:ext cx="21118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152400" dist="63500" dir="2700000" algn="tl" rotWithShape="0">
                      <a:prstClr val="black">
                        <a:alpha val="30000"/>
                      </a:prstClr>
                    </a:outerShdw>
                  </a:effectLst>
                </a:rPr>
                <a:t>年度销量趋势</a:t>
              </a: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4A58F18F-47AB-F58A-424A-8B515A074E93}"/>
              </a:ext>
            </a:extLst>
          </p:cNvPr>
          <p:cNvSpPr txBox="1"/>
          <p:nvPr/>
        </p:nvSpPr>
        <p:spPr>
          <a:xfrm>
            <a:off x="407988" y="368300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gradFill flip="none" rotWithShape="1">
                  <a:gsLst>
                    <a:gs pos="0">
                      <a:srgbClr val="1DD3DB"/>
                    </a:gs>
                    <a:gs pos="100000">
                      <a:srgbClr val="55EBA7"/>
                    </a:gs>
                  </a:gsLst>
                  <a:lin ang="10800000" scaled="1"/>
                  <a:tileRect/>
                </a:gradFill>
                <a:latin typeface="+mj-ea"/>
                <a:ea typeface="+mj-ea"/>
              </a:rPr>
              <a:t>市场总体规模与增长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1FAA48-7F02-CCF4-2416-90459F9B44FC}"/>
              </a:ext>
            </a:extLst>
          </p:cNvPr>
          <p:cNvSpPr txBox="1"/>
          <p:nvPr/>
        </p:nvSpPr>
        <p:spPr>
          <a:xfrm>
            <a:off x="407987" y="1052232"/>
            <a:ext cx="113760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2020</a:t>
            </a:r>
            <a:r>
              <a:rPr lang="zh-CN" altLang="en-US" sz="2000" dirty="0"/>
              <a:t>年至</a:t>
            </a:r>
            <a:r>
              <a:rPr lang="en-US" altLang="zh-CN" sz="2000" dirty="0"/>
              <a:t>2023</a:t>
            </a:r>
            <a:r>
              <a:rPr lang="zh-CN" altLang="en-US" sz="2000" dirty="0"/>
              <a:t>年，中国新能源汽车市场经历了高速增长期，</a:t>
            </a:r>
            <a:endParaRPr lang="en-US" altLang="zh-CN" sz="2000" dirty="0"/>
          </a:p>
          <a:p>
            <a:r>
              <a:rPr lang="zh-CN" altLang="en-US" sz="2000" dirty="0"/>
              <a:t>四年累计销量达到</a:t>
            </a:r>
            <a:r>
              <a:rPr lang="en-US" altLang="zh-CN" sz="2000" dirty="0"/>
              <a:t>16,583,019</a:t>
            </a:r>
            <a:r>
              <a:rPr lang="zh-CN" altLang="en-US" sz="2000" dirty="0"/>
              <a:t>辆，参与厂商</a:t>
            </a:r>
            <a:r>
              <a:rPr lang="en-US" altLang="zh-CN" sz="2000" dirty="0"/>
              <a:t>116</a:t>
            </a:r>
            <a:r>
              <a:rPr lang="zh-CN" altLang="en-US" sz="2000" dirty="0"/>
              <a:t>家，在售车型</a:t>
            </a:r>
            <a:r>
              <a:rPr lang="en-US" altLang="zh-CN" sz="2000" dirty="0"/>
              <a:t>378</a:t>
            </a:r>
            <a:r>
              <a:rPr lang="zh-CN" altLang="en-US" sz="2000" dirty="0"/>
              <a:t>款。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2177D7-7213-F68B-A989-E477E55FB82A}"/>
              </a:ext>
            </a:extLst>
          </p:cNvPr>
          <p:cNvSpPr/>
          <p:nvPr/>
        </p:nvSpPr>
        <p:spPr>
          <a:xfrm>
            <a:off x="0" y="407533"/>
            <a:ext cx="182880" cy="444754"/>
          </a:xfrm>
          <a:prstGeom prst="rect">
            <a:avLst/>
          </a:prstGeom>
          <a:gradFill flip="none" rotWithShape="1">
            <a:gsLst>
              <a:gs pos="0">
                <a:srgbClr val="55EBA7"/>
              </a:gs>
              <a:gs pos="100000">
                <a:srgbClr val="4CD9E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A1EB73B5-1DBC-4AAD-AA20-94C5603D4D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1815524"/>
              </p:ext>
            </p:extLst>
          </p:nvPr>
        </p:nvGraphicFramePr>
        <p:xfrm>
          <a:off x="643210" y="2830286"/>
          <a:ext cx="5086943" cy="3352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628CD8F0-C605-4730-8A9B-D99FCD1FCA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2083819"/>
              </p:ext>
            </p:extLst>
          </p:nvPr>
        </p:nvGraphicFramePr>
        <p:xfrm>
          <a:off x="6510356" y="2830286"/>
          <a:ext cx="493014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65858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22D24-C92A-A5E7-16C7-AD13A7979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6669FE1-0744-168F-2540-442F947E641F}"/>
              </a:ext>
            </a:extLst>
          </p:cNvPr>
          <p:cNvGrpSpPr/>
          <p:nvPr/>
        </p:nvGrpSpPr>
        <p:grpSpPr>
          <a:xfrm>
            <a:off x="440646" y="1999225"/>
            <a:ext cx="11310709" cy="4490475"/>
            <a:chOff x="407988" y="1999225"/>
            <a:chExt cx="5688012" cy="4490475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DB123D99-9DE9-65B7-3C64-12F1ADDB4078}"/>
                </a:ext>
              </a:extLst>
            </p:cNvPr>
            <p:cNvSpPr/>
            <p:nvPr/>
          </p:nvSpPr>
          <p:spPr>
            <a:xfrm>
              <a:off x="407988" y="1999225"/>
              <a:ext cx="5688012" cy="4490475"/>
            </a:xfrm>
            <a:prstGeom prst="roundRect">
              <a:avLst>
                <a:gd name="adj" fmla="val 4278"/>
              </a:avLst>
            </a:prstGeom>
            <a:gradFill>
              <a:gsLst>
                <a:gs pos="0">
                  <a:srgbClr val="55EBA7"/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DCAAEAB-024F-445E-6E29-02748CD893D9}"/>
                </a:ext>
              </a:extLst>
            </p:cNvPr>
            <p:cNvSpPr/>
            <p:nvPr/>
          </p:nvSpPr>
          <p:spPr>
            <a:xfrm>
              <a:off x="461309" y="2601686"/>
              <a:ext cx="5581370" cy="3788228"/>
            </a:xfrm>
            <a:prstGeom prst="roundRect">
              <a:avLst>
                <a:gd name="adj" fmla="val 4278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7DA6ABB-B49E-7395-A0DC-FD983043291E}"/>
                </a:ext>
              </a:extLst>
            </p:cNvPr>
            <p:cNvSpPr txBox="1"/>
            <p:nvPr/>
          </p:nvSpPr>
          <p:spPr>
            <a:xfrm>
              <a:off x="461309" y="2122714"/>
              <a:ext cx="10215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152400" dist="63500" dir="2700000" algn="tl" rotWithShape="0">
                      <a:prstClr val="black">
                        <a:alpha val="30000"/>
                      </a:prstClr>
                    </a:outerShdw>
                  </a:effectLst>
                </a:rPr>
                <a:t>月度销量趋势</a:t>
              </a: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19636FA3-7694-1670-CC78-FF4C7BF262C9}"/>
              </a:ext>
            </a:extLst>
          </p:cNvPr>
          <p:cNvSpPr txBox="1"/>
          <p:nvPr/>
        </p:nvSpPr>
        <p:spPr>
          <a:xfrm>
            <a:off x="407988" y="368300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gradFill flip="none" rotWithShape="1">
                  <a:gsLst>
                    <a:gs pos="0">
                      <a:srgbClr val="1DD3DB"/>
                    </a:gs>
                    <a:gs pos="100000">
                      <a:srgbClr val="55EBA7"/>
                    </a:gs>
                  </a:gsLst>
                  <a:lin ang="10800000" scaled="1"/>
                  <a:tileRect/>
                </a:gra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市场总体规模与增长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772075-A0D2-7C1F-04EC-53E8DC55AF1C}"/>
              </a:ext>
            </a:extLst>
          </p:cNvPr>
          <p:cNvSpPr txBox="1"/>
          <p:nvPr/>
        </p:nvSpPr>
        <p:spPr>
          <a:xfrm>
            <a:off x="407988" y="1221319"/>
            <a:ext cx="10874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月度销量呈现明显的</a:t>
            </a:r>
            <a:r>
              <a:rPr lang="en-US" altLang="zh-CN" sz="2000" dirty="0"/>
              <a:t>“</a:t>
            </a:r>
            <a:r>
              <a:rPr lang="zh-CN" altLang="en-US" sz="2000" dirty="0"/>
              <a:t>前低后高</a:t>
            </a:r>
            <a:r>
              <a:rPr lang="en-US" altLang="zh-CN" sz="2000" dirty="0"/>
              <a:t>”</a:t>
            </a:r>
            <a:r>
              <a:rPr lang="zh-CN" altLang="en-US" sz="2000" dirty="0"/>
              <a:t>季节性特征，年底为销量高峰。</a:t>
            </a:r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B98442A5-AAA6-467D-961C-999D21CE56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5146250"/>
              </p:ext>
            </p:extLst>
          </p:nvPr>
        </p:nvGraphicFramePr>
        <p:xfrm>
          <a:off x="724802" y="2707868"/>
          <a:ext cx="10742397" cy="3540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F6A48401-54F0-0E7F-0244-4C29866D0783}"/>
              </a:ext>
            </a:extLst>
          </p:cNvPr>
          <p:cNvSpPr/>
          <p:nvPr/>
        </p:nvSpPr>
        <p:spPr>
          <a:xfrm>
            <a:off x="0" y="407533"/>
            <a:ext cx="182880" cy="444754"/>
          </a:xfrm>
          <a:prstGeom prst="rect">
            <a:avLst/>
          </a:prstGeom>
          <a:gradFill flip="none" rotWithShape="1">
            <a:gsLst>
              <a:gs pos="0">
                <a:srgbClr val="55EBA7"/>
              </a:gs>
              <a:gs pos="100000">
                <a:srgbClr val="4CD9E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457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0043-0FE1-DF1F-6F58-19A5377F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4B207FC4-765A-9FFE-C3D9-29E77231C6C9}"/>
              </a:ext>
            </a:extLst>
          </p:cNvPr>
          <p:cNvSpPr/>
          <p:nvPr/>
        </p:nvSpPr>
        <p:spPr>
          <a:xfrm>
            <a:off x="407989" y="1992087"/>
            <a:ext cx="11376023" cy="4758871"/>
          </a:xfrm>
          <a:prstGeom prst="roundRect">
            <a:avLst>
              <a:gd name="adj" fmla="val 4772"/>
            </a:avLst>
          </a:prstGeom>
          <a:gradFill flip="none" rotWithShape="1">
            <a:gsLst>
              <a:gs pos="0">
                <a:srgbClr val="55EBA7"/>
              </a:gs>
              <a:gs pos="95000">
                <a:srgbClr val="4CD9E0"/>
              </a:gs>
            </a:gsLst>
            <a:lin ang="0" scaled="1"/>
            <a:tileRect/>
          </a:gradFill>
          <a:ln>
            <a:noFill/>
          </a:ln>
          <a:effectLst>
            <a:innerShdw blurRad="114300">
              <a:schemeClr val="bg1"/>
            </a:innerShdw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868C6FC-6612-8C0D-6EB5-70809D9A0F70}"/>
              </a:ext>
            </a:extLst>
          </p:cNvPr>
          <p:cNvSpPr/>
          <p:nvPr/>
        </p:nvSpPr>
        <p:spPr>
          <a:xfrm>
            <a:off x="407988" y="1730828"/>
            <a:ext cx="11376023" cy="4758871"/>
          </a:xfrm>
          <a:prstGeom prst="roundRect">
            <a:avLst>
              <a:gd name="adj" fmla="val 4772"/>
            </a:avLst>
          </a:prstGeom>
          <a:gradFill flip="none" rotWithShape="1">
            <a:gsLst>
              <a:gs pos="0">
                <a:srgbClr val="55EBA7"/>
              </a:gs>
              <a:gs pos="95000">
                <a:srgbClr val="4CD9E0"/>
              </a:gs>
            </a:gsLst>
            <a:lin ang="0" scaled="1"/>
            <a:tileRect/>
          </a:gradFill>
          <a:ln>
            <a:noFill/>
          </a:ln>
          <a:effectLst>
            <a:innerShdw blurRad="1143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B2D5ADD-54D4-FFB0-0A30-F79EBFB95BC7}"/>
              </a:ext>
            </a:extLst>
          </p:cNvPr>
          <p:cNvSpPr/>
          <p:nvPr/>
        </p:nvSpPr>
        <p:spPr>
          <a:xfrm>
            <a:off x="407988" y="1730829"/>
            <a:ext cx="5688010" cy="4758871"/>
          </a:xfrm>
          <a:prstGeom prst="roundRect">
            <a:avLst>
              <a:gd name="adj" fmla="val 4772"/>
            </a:avLst>
          </a:prstGeom>
          <a:solidFill>
            <a:schemeClr val="bg1"/>
          </a:solidFill>
          <a:ln>
            <a:noFill/>
          </a:ln>
          <a:effectLst>
            <a:outerShdw blurRad="1524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BABB02-629B-ADE3-E40F-8A57DD95B76B}"/>
              </a:ext>
            </a:extLst>
          </p:cNvPr>
          <p:cNvSpPr txBox="1"/>
          <p:nvPr/>
        </p:nvSpPr>
        <p:spPr>
          <a:xfrm>
            <a:off x="407988" y="3683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gradFill flip="none" rotWithShape="1">
                  <a:gsLst>
                    <a:gs pos="0">
                      <a:srgbClr val="1DD3DB"/>
                    </a:gs>
                    <a:gs pos="100000">
                      <a:srgbClr val="55EBA7"/>
                    </a:gs>
                  </a:gsLst>
                  <a:lin ang="10800000" scaled="1"/>
                  <a:tileRect/>
                </a:gra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厂商竞争格局</a:t>
            </a:r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E4186B6-4D40-49D8-A7A0-FBF1E9C026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4089882"/>
              </p:ext>
            </p:extLst>
          </p:nvPr>
        </p:nvGraphicFramePr>
        <p:xfrm>
          <a:off x="511629" y="2351314"/>
          <a:ext cx="5486399" cy="4016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E79AB60B-9BC0-485F-B021-71260115B4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2768027"/>
              </p:ext>
            </p:extLst>
          </p:nvPr>
        </p:nvGraphicFramePr>
        <p:xfrm>
          <a:off x="5845628" y="2351314"/>
          <a:ext cx="5834740" cy="4225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9B04F47-8999-76BB-161A-01AF2593E791}"/>
              </a:ext>
            </a:extLst>
          </p:cNvPr>
          <p:cNvSpPr/>
          <p:nvPr/>
        </p:nvSpPr>
        <p:spPr>
          <a:xfrm>
            <a:off x="0" y="407533"/>
            <a:ext cx="182880" cy="444754"/>
          </a:xfrm>
          <a:prstGeom prst="rect">
            <a:avLst/>
          </a:prstGeom>
          <a:gradFill flip="none" rotWithShape="1">
            <a:gsLst>
              <a:gs pos="0">
                <a:srgbClr val="55EBA7"/>
              </a:gs>
              <a:gs pos="100000">
                <a:srgbClr val="4CD9E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1B3092-82A6-D559-99E9-CBCEA13C55DC}"/>
              </a:ext>
            </a:extLst>
          </p:cNvPr>
          <p:cNvSpPr txBox="1"/>
          <p:nvPr/>
        </p:nvSpPr>
        <p:spPr>
          <a:xfrm>
            <a:off x="511632" y="181023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680" b="0" i="0" u="none" strike="noStrike" kern="1200" spc="0" baseline="0">
                <a:solidFill>
                  <a:prstClr val="black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  <a:cs typeface="+mn-cs"/>
              </a:defRPr>
            </a:pPr>
            <a:r>
              <a:rPr lang="zh-CN" altLang="zh-CN" sz="2400" dirty="0"/>
              <a:t>市场份额</a:t>
            </a:r>
            <a:r>
              <a:rPr lang="zh-CN" altLang="en-US" sz="2400" dirty="0"/>
              <a:t>占比</a:t>
            </a:r>
            <a:endParaRPr lang="zh-CN" altLang="zh-CN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C43945-66DD-C517-921B-B98CA4E05F33}"/>
              </a:ext>
            </a:extLst>
          </p:cNvPr>
          <p:cNvSpPr txBox="1"/>
          <p:nvPr/>
        </p:nvSpPr>
        <p:spPr>
          <a:xfrm>
            <a:off x="6095998" y="1810239"/>
            <a:ext cx="3130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680" b="0" i="0" u="none" strike="noStrike" kern="1200" spc="0" baseline="0">
                <a:solidFill>
                  <a:prstClr val="black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  <a:cs typeface="+mn-cs"/>
              </a:defRPr>
            </a:pPr>
            <a:r>
              <a:rPr lang="zh-CN" altLang="en-US" sz="2400" dirty="0">
                <a:gradFill>
                  <a:gsLst>
                    <a:gs pos="43000">
                      <a:srgbClr val="F4FEFE"/>
                    </a:gs>
                    <a:gs pos="95000">
                      <a:srgbClr val="DAF8FA"/>
                    </a:gs>
                  </a:gsLst>
                  <a:lin ang="2700000" scaled="1"/>
                </a:gradFill>
                <a:effectLst>
                  <a:outerShdw blurRad="152400" dist="63500" dir="2700000" algn="tl" rotWithShape="0">
                    <a:prstClr val="black">
                      <a:alpha val="30000"/>
                    </a:prstClr>
                  </a:outerShdw>
                </a:effectLst>
              </a:rPr>
              <a:t>厂商销量排行 </a:t>
            </a:r>
            <a:r>
              <a:rPr lang="en-US" altLang="zh-CN" sz="2400" dirty="0">
                <a:gradFill>
                  <a:gsLst>
                    <a:gs pos="43000">
                      <a:srgbClr val="F4FEFE"/>
                    </a:gs>
                    <a:gs pos="95000">
                      <a:srgbClr val="DAF8FA"/>
                    </a:gs>
                  </a:gsLst>
                  <a:lin ang="2700000" scaled="1"/>
                </a:gradFill>
                <a:effectLst>
                  <a:outerShdw blurRad="152400" dist="63500" dir="2700000" algn="tl" rotWithShape="0">
                    <a:prstClr val="black">
                      <a:alpha val="30000"/>
                    </a:prstClr>
                  </a:outerShdw>
                </a:effectLst>
              </a:rPr>
              <a:t>TOP10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AFB9D2F-F6B4-9B54-6C8C-A7C621ACFFA0}"/>
              </a:ext>
            </a:extLst>
          </p:cNvPr>
          <p:cNvSpPr txBox="1"/>
          <p:nvPr/>
        </p:nvSpPr>
        <p:spPr>
          <a:xfrm>
            <a:off x="407988" y="1119150"/>
            <a:ext cx="10874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比亚迪稳居榜首，销量断层领先。理想、蔚来等新势力品牌表现亮眼，具备竞争潜力。</a:t>
            </a:r>
          </a:p>
        </p:txBody>
      </p:sp>
    </p:spTree>
    <p:extLst>
      <p:ext uri="{BB962C8B-B14F-4D97-AF65-F5344CB8AC3E}">
        <p14:creationId xmlns:p14="http://schemas.microsoft.com/office/powerpoint/2010/main" val="3107575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F4EB2-8257-E95E-ED5E-C0E95095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97DEA2-FF66-C4F8-9316-88E0FF76A731}"/>
              </a:ext>
            </a:extLst>
          </p:cNvPr>
          <p:cNvSpPr txBox="1"/>
          <p:nvPr/>
        </p:nvSpPr>
        <p:spPr>
          <a:xfrm>
            <a:off x="407988" y="3683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gradFill flip="none" rotWithShape="1">
                  <a:gsLst>
                    <a:gs pos="0">
                      <a:srgbClr val="1DD3DB"/>
                    </a:gs>
                    <a:gs pos="100000">
                      <a:srgbClr val="55EBA7"/>
                    </a:gs>
                  </a:gsLst>
                  <a:lin ang="10800000" scaled="1"/>
                  <a:tileRect/>
                </a:gra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车型销量分析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DB442C-BFBB-FB7F-EE87-E48D8AA53E9F}"/>
              </a:ext>
            </a:extLst>
          </p:cNvPr>
          <p:cNvSpPr/>
          <p:nvPr/>
        </p:nvSpPr>
        <p:spPr>
          <a:xfrm>
            <a:off x="0" y="407533"/>
            <a:ext cx="182880" cy="444754"/>
          </a:xfrm>
          <a:prstGeom prst="rect">
            <a:avLst/>
          </a:prstGeom>
          <a:gradFill flip="none" rotWithShape="1">
            <a:gsLst>
              <a:gs pos="0">
                <a:srgbClr val="55EBA7"/>
              </a:gs>
              <a:gs pos="100000">
                <a:srgbClr val="4CD9E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4124CE6-9F3E-1479-945F-8317768C3EC1}"/>
              </a:ext>
            </a:extLst>
          </p:cNvPr>
          <p:cNvGrpSpPr/>
          <p:nvPr/>
        </p:nvGrpSpPr>
        <p:grpSpPr>
          <a:xfrm>
            <a:off x="4849586" y="2048210"/>
            <a:ext cx="2492828" cy="2492828"/>
            <a:chOff x="4125686" y="1758043"/>
            <a:chExt cx="2492828" cy="2492828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9F83E8F-0145-8C13-35DC-1B7098C9A890}"/>
                </a:ext>
              </a:extLst>
            </p:cNvPr>
            <p:cNvSpPr/>
            <p:nvPr/>
          </p:nvSpPr>
          <p:spPr>
            <a:xfrm>
              <a:off x="4125686" y="1758043"/>
              <a:ext cx="2492828" cy="2492828"/>
            </a:xfrm>
            <a:prstGeom prst="ellipse">
              <a:avLst/>
            </a:prstGeom>
            <a:gradFill>
              <a:gsLst>
                <a:gs pos="0">
                  <a:srgbClr val="55EBA7">
                    <a:lumMod val="100000"/>
                  </a:srgbClr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outerShdw blurRad="152400" dist="101600" dir="2700000" algn="tl" rotWithShape="0">
                <a:srgbClr val="23CCC4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ffectLst>
                  <a:outerShdw blurRad="152400" dist="38100" dir="2700000" algn="tl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60BD5AF-8650-529E-A970-EBE8867E2AAA}"/>
                </a:ext>
              </a:extLst>
            </p:cNvPr>
            <p:cNvSpPr txBox="1"/>
            <p:nvPr/>
          </p:nvSpPr>
          <p:spPr>
            <a:xfrm>
              <a:off x="4394472" y="2028041"/>
              <a:ext cx="1916393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TOP1</a:t>
              </a: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上汽通用五菱</a:t>
              </a:r>
              <a:endParaRPr lang="en-US" altLang="zh-CN" dirty="0">
                <a:solidFill>
                  <a:schemeClr val="bg1"/>
                </a:solidFill>
                <a:effectLst>
                  <a:outerShdw blurRad="152400" dist="38100" dir="2700000" algn="tl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endParaRPr>
            </a:p>
            <a:p>
              <a:pPr algn="ctr"/>
              <a:r>
                <a:rPr lang="zh-CN" altLang="en-US" sz="36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宏光</a:t>
              </a:r>
              <a:r>
                <a:rPr lang="en-US" altLang="zh-CN" sz="36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MINIEV</a:t>
              </a:r>
            </a:p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 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717983E-A07F-DB94-D415-61B1603CD1EC}"/>
              </a:ext>
            </a:extLst>
          </p:cNvPr>
          <p:cNvGrpSpPr/>
          <p:nvPr/>
        </p:nvGrpSpPr>
        <p:grpSpPr>
          <a:xfrm>
            <a:off x="6802911" y="4031299"/>
            <a:ext cx="2318657" cy="2318657"/>
            <a:chOff x="6433456" y="3646712"/>
            <a:chExt cx="2318657" cy="2318657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6FCE2F3-087D-4CB2-B7B8-830163B6E487}"/>
                </a:ext>
              </a:extLst>
            </p:cNvPr>
            <p:cNvSpPr/>
            <p:nvPr/>
          </p:nvSpPr>
          <p:spPr>
            <a:xfrm>
              <a:off x="6433456" y="3646712"/>
              <a:ext cx="2318657" cy="2318657"/>
            </a:xfrm>
            <a:prstGeom prst="ellipse">
              <a:avLst/>
            </a:prstGeom>
            <a:gradFill>
              <a:gsLst>
                <a:gs pos="0">
                  <a:srgbClr val="55EBA7">
                    <a:lumMod val="100000"/>
                  </a:srgbClr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outerShdw blurRad="152400" dist="101600" dir="2700000" algn="tl" rotWithShape="0">
                <a:srgbClr val="23CCC4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 </a:t>
              </a:r>
            </a:p>
            <a:p>
              <a:pPr algn="ctr"/>
              <a:endParaRPr lang="zh-CN" altLang="en-US" dirty="0">
                <a:effectLst>
                  <a:outerShdw blurRad="152400" dist="38100" dir="2700000" algn="tl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D8981C0-B219-60F1-1593-672F8204ECB8}"/>
                </a:ext>
              </a:extLst>
            </p:cNvPr>
            <p:cNvSpPr txBox="1"/>
            <p:nvPr/>
          </p:nvSpPr>
          <p:spPr>
            <a:xfrm>
              <a:off x="6585876" y="4140480"/>
              <a:ext cx="2008883" cy="129266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TOP2</a:t>
              </a: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特斯拉中国</a:t>
              </a:r>
            </a:p>
            <a:p>
              <a:pPr algn="ctr"/>
              <a:r>
                <a:rPr lang="en-US" altLang="zh-CN" sz="36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Model Y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6689088-07DE-567C-A15F-4E6F680E6281}"/>
              </a:ext>
            </a:extLst>
          </p:cNvPr>
          <p:cNvGrpSpPr/>
          <p:nvPr/>
        </p:nvGrpSpPr>
        <p:grpSpPr>
          <a:xfrm>
            <a:off x="3070432" y="4302808"/>
            <a:ext cx="2120244" cy="2120244"/>
            <a:chOff x="3341408" y="4250872"/>
            <a:chExt cx="2120244" cy="2120244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5F8CF87-647B-C1A7-BFB6-01A13FC76EB8}"/>
                </a:ext>
              </a:extLst>
            </p:cNvPr>
            <p:cNvSpPr/>
            <p:nvPr/>
          </p:nvSpPr>
          <p:spPr>
            <a:xfrm>
              <a:off x="3341408" y="4250872"/>
              <a:ext cx="2120244" cy="2120244"/>
            </a:xfrm>
            <a:prstGeom prst="ellipse">
              <a:avLst/>
            </a:prstGeom>
            <a:gradFill>
              <a:gsLst>
                <a:gs pos="0">
                  <a:srgbClr val="55EBA7">
                    <a:lumMod val="100000"/>
                  </a:srgbClr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outerShdw blurRad="152400" dist="101600" dir="2700000" algn="tl" rotWithShape="0">
                <a:srgbClr val="23CCC4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 </a:t>
              </a:r>
            </a:p>
            <a:p>
              <a:pPr algn="ctr"/>
              <a:endParaRPr lang="zh-CN" altLang="en-US" dirty="0">
                <a:effectLst>
                  <a:outerShdw blurRad="152400" dist="38100" dir="2700000" algn="tl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C0AD364-96D7-B0B9-9742-7990B485D66F}"/>
                </a:ext>
              </a:extLst>
            </p:cNvPr>
            <p:cNvSpPr txBox="1"/>
            <p:nvPr/>
          </p:nvSpPr>
          <p:spPr>
            <a:xfrm>
              <a:off x="3489850" y="4449219"/>
              <a:ext cx="1823359" cy="1723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TOP3</a:t>
              </a: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比亚迪</a:t>
              </a:r>
            </a:p>
            <a:p>
              <a:pPr algn="ctr"/>
              <a:r>
                <a:rPr lang="zh-CN" altLang="en-US" sz="32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宋</a:t>
              </a:r>
              <a:r>
                <a:rPr lang="en-US" altLang="zh-CN" sz="32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PLUS</a:t>
              </a:r>
              <a:r>
                <a:rPr lang="zh-CN" altLang="en-US" sz="32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新能源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DCB1365-87C2-9D69-BDDF-B2B58A937D0A}"/>
              </a:ext>
            </a:extLst>
          </p:cNvPr>
          <p:cNvGrpSpPr/>
          <p:nvPr/>
        </p:nvGrpSpPr>
        <p:grpSpPr>
          <a:xfrm>
            <a:off x="7916634" y="1937296"/>
            <a:ext cx="1670957" cy="1670957"/>
            <a:chOff x="7217988" y="1570266"/>
            <a:chExt cx="1670957" cy="1670957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7B48EED1-0AB2-A6B2-8E69-1A4AB85B02E0}"/>
                </a:ext>
              </a:extLst>
            </p:cNvPr>
            <p:cNvSpPr/>
            <p:nvPr/>
          </p:nvSpPr>
          <p:spPr>
            <a:xfrm>
              <a:off x="7217988" y="1570266"/>
              <a:ext cx="1670957" cy="1670957"/>
            </a:xfrm>
            <a:prstGeom prst="ellipse">
              <a:avLst/>
            </a:prstGeom>
            <a:gradFill>
              <a:gsLst>
                <a:gs pos="0">
                  <a:srgbClr val="D6F8FA"/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outerShdw blurRad="152400" dist="101600" dir="2700000" algn="tl" rotWithShape="0">
                <a:srgbClr val="4CD9E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 </a:t>
              </a:r>
            </a:p>
            <a:p>
              <a:pPr algn="ctr"/>
              <a:endParaRPr lang="zh-CN" altLang="en-US" dirty="0">
                <a:effectLst>
                  <a:outerShdw blurRad="152400" dist="38100" dir="2700000" algn="tl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A79CC16-C814-8403-0FDE-6D4DE49B31A4}"/>
                </a:ext>
              </a:extLst>
            </p:cNvPr>
            <p:cNvSpPr txBox="1"/>
            <p:nvPr/>
          </p:nvSpPr>
          <p:spPr>
            <a:xfrm>
              <a:off x="7279258" y="1758043"/>
              <a:ext cx="1483098" cy="116955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TOP4</a:t>
              </a: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比亚迪</a:t>
              </a:r>
            </a:p>
            <a:p>
              <a:pPr algn="ctr"/>
              <a:r>
                <a:rPr lang="zh-CN" altLang="en-US" sz="28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秦</a:t>
              </a: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PLUS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ED7B5D4-74C1-66A3-7321-365EDE4A6C66}"/>
              </a:ext>
            </a:extLst>
          </p:cNvPr>
          <p:cNvGrpSpPr/>
          <p:nvPr/>
        </p:nvGrpSpPr>
        <p:grpSpPr>
          <a:xfrm>
            <a:off x="2122770" y="2032544"/>
            <a:ext cx="1590250" cy="1575709"/>
            <a:chOff x="2143297" y="2675162"/>
            <a:chExt cx="1590250" cy="1575709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FA23B99-E045-97DC-2FDE-381DFF6C77FC}"/>
                </a:ext>
              </a:extLst>
            </p:cNvPr>
            <p:cNvSpPr/>
            <p:nvPr/>
          </p:nvSpPr>
          <p:spPr>
            <a:xfrm>
              <a:off x="2157838" y="2675162"/>
              <a:ext cx="1575709" cy="1575709"/>
            </a:xfrm>
            <a:prstGeom prst="ellipse">
              <a:avLst/>
            </a:prstGeom>
            <a:gradFill>
              <a:gsLst>
                <a:gs pos="0">
                  <a:srgbClr val="D6F8FA"/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outerShdw blurRad="152400" dist="101600" dir="2700000" algn="tl" rotWithShape="0">
                <a:srgbClr val="4CD9E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 </a:t>
              </a:r>
            </a:p>
            <a:p>
              <a:pPr algn="ctr"/>
              <a:endParaRPr lang="zh-CN" altLang="en-US" dirty="0">
                <a:effectLst>
                  <a:outerShdw blurRad="152400" dist="38100" dir="2700000" algn="tl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EE27477-94CD-7B3B-9C87-AA124F8743F9}"/>
                </a:ext>
              </a:extLst>
            </p:cNvPr>
            <p:cNvSpPr txBox="1"/>
            <p:nvPr/>
          </p:nvSpPr>
          <p:spPr>
            <a:xfrm>
              <a:off x="2143297" y="2857830"/>
              <a:ext cx="1569660" cy="116955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TOP5</a:t>
              </a: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特斯拉中国</a:t>
              </a:r>
            </a:p>
            <a:p>
              <a:pPr algn="ctr"/>
              <a:r>
                <a:rPr lang="en-US" altLang="zh-CN" sz="28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Model 3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41988-E30A-F7DC-A754-613C63F2C89B}"/>
              </a:ext>
            </a:extLst>
          </p:cNvPr>
          <p:cNvGrpSpPr/>
          <p:nvPr/>
        </p:nvGrpSpPr>
        <p:grpSpPr>
          <a:xfrm>
            <a:off x="1184924" y="4302808"/>
            <a:ext cx="1462372" cy="1462372"/>
            <a:chOff x="2271175" y="2788499"/>
            <a:chExt cx="1462372" cy="1462372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631BA91F-234A-D7B4-9A4A-944E9ECD9745}"/>
                </a:ext>
              </a:extLst>
            </p:cNvPr>
            <p:cNvSpPr/>
            <p:nvPr/>
          </p:nvSpPr>
          <p:spPr>
            <a:xfrm>
              <a:off x="2271175" y="2788499"/>
              <a:ext cx="1462372" cy="1462372"/>
            </a:xfrm>
            <a:prstGeom prst="ellipse">
              <a:avLst/>
            </a:prstGeom>
            <a:gradFill>
              <a:gsLst>
                <a:gs pos="0">
                  <a:srgbClr val="D6F8FA"/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outerShdw blurRad="152400" dist="101600" dir="2700000" algn="tl" rotWithShape="0">
                <a:srgbClr val="4CD9E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 </a:t>
              </a:r>
            </a:p>
            <a:p>
              <a:pPr algn="ctr"/>
              <a:endParaRPr lang="zh-CN" altLang="en-US" dirty="0">
                <a:effectLst>
                  <a:outerShdw blurRad="152400" dist="38100" dir="2700000" algn="tl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3E55ED1-AF0A-3D64-09B4-AED6195389B2}"/>
                </a:ext>
              </a:extLst>
            </p:cNvPr>
            <p:cNvSpPr txBox="1"/>
            <p:nvPr/>
          </p:nvSpPr>
          <p:spPr>
            <a:xfrm>
              <a:off x="2490001" y="3011989"/>
              <a:ext cx="1011815" cy="116955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TOP6</a:t>
              </a: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比亚迪</a:t>
              </a:r>
            </a:p>
            <a:p>
              <a:pPr algn="ctr"/>
              <a:r>
                <a:rPr lang="zh-CN" altLang="en-US" sz="28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汉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0787BB9-7B96-348B-8FF5-1BC9171450C6}"/>
              </a:ext>
            </a:extLst>
          </p:cNvPr>
          <p:cNvGrpSpPr/>
          <p:nvPr/>
        </p:nvGrpSpPr>
        <p:grpSpPr>
          <a:xfrm>
            <a:off x="9819640" y="3486288"/>
            <a:ext cx="1262370" cy="1262370"/>
            <a:chOff x="2471177" y="2988501"/>
            <a:chExt cx="1262370" cy="1262370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936669D9-E3E9-998A-8F56-1CBC77D187AD}"/>
                </a:ext>
              </a:extLst>
            </p:cNvPr>
            <p:cNvSpPr/>
            <p:nvPr/>
          </p:nvSpPr>
          <p:spPr>
            <a:xfrm>
              <a:off x="2471177" y="2988501"/>
              <a:ext cx="1262370" cy="1262370"/>
            </a:xfrm>
            <a:prstGeom prst="ellipse">
              <a:avLst/>
            </a:prstGeom>
            <a:gradFill>
              <a:gsLst>
                <a:gs pos="0">
                  <a:srgbClr val="D6F8FA"/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outerShdw blurRad="152400" dist="101600" dir="2700000" algn="tl" rotWithShape="0">
                <a:srgbClr val="4CD9E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 </a:t>
              </a:r>
            </a:p>
            <a:p>
              <a:pPr algn="ctr"/>
              <a:endParaRPr lang="zh-CN" altLang="en-US" dirty="0">
                <a:effectLst>
                  <a:outerShdw blurRad="152400" dist="38100" dir="2700000" algn="tl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1B2E907-B212-5C1D-587C-C33F36D173A0}"/>
                </a:ext>
              </a:extLst>
            </p:cNvPr>
            <p:cNvSpPr txBox="1"/>
            <p:nvPr/>
          </p:nvSpPr>
          <p:spPr>
            <a:xfrm>
              <a:off x="2596454" y="3034910"/>
              <a:ext cx="1011816" cy="116955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TOP7</a:t>
              </a: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比亚迪</a:t>
              </a:r>
            </a:p>
            <a:p>
              <a:pPr algn="ctr"/>
              <a:r>
                <a:rPr lang="zh-CN" altLang="en-US" sz="28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海豚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D3D4E10-F149-0650-004D-5D9A440766EB}"/>
              </a:ext>
            </a:extLst>
          </p:cNvPr>
          <p:cNvGrpSpPr/>
          <p:nvPr/>
        </p:nvGrpSpPr>
        <p:grpSpPr>
          <a:xfrm>
            <a:off x="9436764" y="5180405"/>
            <a:ext cx="1187586" cy="1169551"/>
            <a:chOff x="2471177" y="2988501"/>
            <a:chExt cx="1187586" cy="1169551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A1412993-48E1-0870-5C7D-734D433EA605}"/>
                </a:ext>
              </a:extLst>
            </p:cNvPr>
            <p:cNvSpPr/>
            <p:nvPr/>
          </p:nvSpPr>
          <p:spPr>
            <a:xfrm>
              <a:off x="2471177" y="2988501"/>
              <a:ext cx="1169551" cy="1169551"/>
            </a:xfrm>
            <a:prstGeom prst="ellipse">
              <a:avLst/>
            </a:prstGeom>
            <a:gradFill>
              <a:gsLst>
                <a:gs pos="0">
                  <a:srgbClr val="D6F8FA"/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outerShdw blurRad="152400" dist="101600" dir="2700000" algn="tl" rotWithShape="0">
                <a:srgbClr val="4CD9E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 </a:t>
              </a:r>
            </a:p>
            <a:p>
              <a:pPr algn="ctr"/>
              <a:endParaRPr lang="zh-CN" altLang="en-US" dirty="0">
                <a:effectLst>
                  <a:outerShdw blurRad="152400" dist="38100" dir="2700000" algn="tl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897B9C2-9A25-F102-F1C0-32C4901D1626}"/>
                </a:ext>
              </a:extLst>
            </p:cNvPr>
            <p:cNvSpPr txBox="1"/>
            <p:nvPr/>
          </p:nvSpPr>
          <p:spPr>
            <a:xfrm>
              <a:off x="2545959" y="3034910"/>
              <a:ext cx="1112804" cy="9541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TOP8</a:t>
              </a:r>
            </a:p>
            <a:p>
              <a:pPr algn="ctr"/>
              <a:r>
                <a:rPr lang="zh-CN" altLang="en-US" sz="16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比亚迪</a:t>
              </a:r>
            </a:p>
            <a:p>
              <a:pPr algn="ctr"/>
              <a:r>
                <a:rPr lang="zh-CN" altLang="en-US" sz="20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元</a:t>
              </a:r>
              <a:r>
                <a:rPr lang="en-US" altLang="zh-CN" sz="20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PLUS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97CD24C-0801-0AF7-5F4C-DCD15BF47BF1}"/>
              </a:ext>
            </a:extLst>
          </p:cNvPr>
          <p:cNvGrpSpPr/>
          <p:nvPr/>
        </p:nvGrpSpPr>
        <p:grpSpPr>
          <a:xfrm>
            <a:off x="594492" y="3033491"/>
            <a:ext cx="920708" cy="920708"/>
            <a:chOff x="2471178" y="2988502"/>
            <a:chExt cx="920708" cy="920708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E30355E9-215D-E48E-E764-20ECA327518A}"/>
                </a:ext>
              </a:extLst>
            </p:cNvPr>
            <p:cNvSpPr/>
            <p:nvPr/>
          </p:nvSpPr>
          <p:spPr>
            <a:xfrm>
              <a:off x="2471178" y="2988502"/>
              <a:ext cx="920708" cy="920708"/>
            </a:xfrm>
            <a:prstGeom prst="ellipse">
              <a:avLst/>
            </a:prstGeom>
            <a:gradFill>
              <a:gsLst>
                <a:gs pos="0">
                  <a:srgbClr val="D6F8FA"/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outerShdw blurRad="152400" dist="101600" dir="2700000" algn="tl" rotWithShape="0">
                <a:srgbClr val="4CD9E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 </a:t>
              </a:r>
            </a:p>
            <a:p>
              <a:pPr algn="ctr"/>
              <a:endParaRPr lang="zh-CN" altLang="en-US" dirty="0">
                <a:effectLst>
                  <a:outerShdw blurRad="152400" dist="38100" dir="2700000" algn="tl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D1EE26F-BFEC-C4F1-AC6E-3AA1D850784D}"/>
                </a:ext>
              </a:extLst>
            </p:cNvPr>
            <p:cNvSpPr txBox="1"/>
            <p:nvPr/>
          </p:nvSpPr>
          <p:spPr>
            <a:xfrm>
              <a:off x="2712808" y="3218730"/>
              <a:ext cx="441146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…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00EB1DF-B2DC-158A-4E45-B49C024CDBF3}"/>
              </a:ext>
            </a:extLst>
          </p:cNvPr>
          <p:cNvGrpSpPr/>
          <p:nvPr/>
        </p:nvGrpSpPr>
        <p:grpSpPr>
          <a:xfrm>
            <a:off x="10516247" y="2246190"/>
            <a:ext cx="702415" cy="702415"/>
            <a:chOff x="2689470" y="3206794"/>
            <a:chExt cx="702415" cy="702415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EE1BC821-8CD4-C41E-FFC2-D7882562D46D}"/>
                </a:ext>
              </a:extLst>
            </p:cNvPr>
            <p:cNvSpPr/>
            <p:nvPr/>
          </p:nvSpPr>
          <p:spPr>
            <a:xfrm>
              <a:off x="2689470" y="3206794"/>
              <a:ext cx="702415" cy="702415"/>
            </a:xfrm>
            <a:prstGeom prst="ellipse">
              <a:avLst/>
            </a:prstGeom>
            <a:gradFill>
              <a:gsLst>
                <a:gs pos="0">
                  <a:srgbClr val="D6F8FA"/>
                </a:gs>
                <a:gs pos="100000">
                  <a:srgbClr val="4CD9E0"/>
                </a:gs>
              </a:gsLst>
              <a:lin ang="2700000" scaled="1"/>
            </a:gradFill>
            <a:ln>
              <a:noFill/>
            </a:ln>
            <a:effectLst>
              <a:outerShdw blurRad="152400" dist="101600" dir="2700000" algn="tl" rotWithShape="0">
                <a:srgbClr val="4CD9E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 </a:t>
              </a:r>
            </a:p>
            <a:p>
              <a:pPr algn="ctr"/>
              <a:endParaRPr lang="zh-CN" altLang="en-US" dirty="0">
                <a:effectLst>
                  <a:outerShdw blurRad="152400" dist="38100" dir="2700000" algn="tl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354133A5-1DA5-A8EB-2286-7C60EB672FE4}"/>
                </a:ext>
              </a:extLst>
            </p:cNvPr>
            <p:cNvSpPr txBox="1"/>
            <p:nvPr/>
          </p:nvSpPr>
          <p:spPr>
            <a:xfrm>
              <a:off x="2820104" y="3357946"/>
              <a:ext cx="441146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152400" dist="38100" dir="2700000" algn="tl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rPr>
                <a:t>…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066B5E5-93CB-DA86-04CC-686589F45DA8}"/>
              </a:ext>
            </a:extLst>
          </p:cNvPr>
          <p:cNvSpPr txBox="1"/>
          <p:nvPr/>
        </p:nvSpPr>
        <p:spPr>
          <a:xfrm>
            <a:off x="407987" y="1119150"/>
            <a:ext cx="11376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最受欢迎的车型是上汽通用五菱的宏光</a:t>
            </a:r>
            <a:r>
              <a:rPr lang="en-US" altLang="zh-CN" sz="2000" dirty="0"/>
              <a:t>MINIEV</a:t>
            </a:r>
            <a:r>
              <a:rPr lang="zh-CN" altLang="en-US" sz="2000" dirty="0"/>
              <a:t>，</a:t>
            </a:r>
            <a:r>
              <a:rPr lang="en-US" altLang="zh-CN" sz="2000" dirty="0"/>
              <a:t>TOP8</a:t>
            </a:r>
            <a:r>
              <a:rPr lang="zh-CN" altLang="en-US" sz="2000" dirty="0"/>
              <a:t>中比亚迪占据</a:t>
            </a:r>
            <a:r>
              <a:rPr lang="en-US" altLang="zh-CN" sz="2000" dirty="0"/>
              <a:t>5</a:t>
            </a:r>
            <a:r>
              <a:rPr lang="zh-CN" altLang="en-US" sz="2000" dirty="0"/>
              <a:t>款，展现出强大的产品竞争力。</a:t>
            </a:r>
          </a:p>
        </p:txBody>
      </p:sp>
    </p:spTree>
    <p:extLst>
      <p:ext uri="{BB962C8B-B14F-4D97-AF65-F5344CB8AC3E}">
        <p14:creationId xmlns:p14="http://schemas.microsoft.com/office/powerpoint/2010/main" val="3176643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18EC4-0F62-8688-C1A4-0D9B32E49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58FA380-2D25-619D-4DDF-FB29971A41AF}"/>
              </a:ext>
            </a:extLst>
          </p:cNvPr>
          <p:cNvSpPr/>
          <p:nvPr/>
        </p:nvSpPr>
        <p:spPr>
          <a:xfrm>
            <a:off x="407988" y="989518"/>
            <a:ext cx="5688012" cy="5500182"/>
          </a:xfrm>
          <a:prstGeom prst="roundRect">
            <a:avLst>
              <a:gd name="adj" fmla="val 4278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srgbClr val="4CD9E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B599C2-7362-FA1F-77DF-9EE029B52258}"/>
              </a:ext>
            </a:extLst>
          </p:cNvPr>
          <p:cNvSpPr txBox="1"/>
          <p:nvPr/>
        </p:nvSpPr>
        <p:spPr>
          <a:xfrm>
            <a:off x="407988" y="36830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gradFill flip="none" rotWithShape="1">
                  <a:gsLst>
                    <a:gs pos="0">
                      <a:srgbClr val="1DD3DB"/>
                    </a:gs>
                    <a:gs pos="100000">
                      <a:srgbClr val="55EBA7"/>
                    </a:gs>
                  </a:gsLst>
                  <a:lin ang="10800000" scaled="1"/>
                  <a:tileRect/>
                </a:gra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价格区间销量分析</a:t>
            </a: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8AD4540B-173D-4F76-8EF3-D5852AEACB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3304704"/>
              </p:ext>
            </p:extLst>
          </p:nvPr>
        </p:nvGraphicFramePr>
        <p:xfrm>
          <a:off x="586456" y="1736292"/>
          <a:ext cx="5331076" cy="4753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AD7B3FBA-168E-DD84-0BEA-D9CEA62F116D}"/>
              </a:ext>
            </a:extLst>
          </p:cNvPr>
          <p:cNvSpPr/>
          <p:nvPr/>
        </p:nvSpPr>
        <p:spPr>
          <a:xfrm>
            <a:off x="0" y="407533"/>
            <a:ext cx="182880" cy="444754"/>
          </a:xfrm>
          <a:prstGeom prst="rect">
            <a:avLst/>
          </a:prstGeom>
          <a:gradFill flip="none" rotWithShape="1">
            <a:gsLst>
              <a:gs pos="0">
                <a:srgbClr val="55EBA7"/>
              </a:gs>
              <a:gs pos="100000">
                <a:srgbClr val="4CD9E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D3370E-8895-405F-879F-204144CF5816}"/>
              </a:ext>
            </a:extLst>
          </p:cNvPr>
          <p:cNvSpPr txBox="1"/>
          <p:nvPr/>
        </p:nvSpPr>
        <p:spPr>
          <a:xfrm>
            <a:off x="520071" y="1132073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680" b="0" i="0" u="none" strike="noStrike" kern="1200" spc="0" baseline="0">
                <a:solidFill>
                  <a:sysClr val="windowText" lastClr="000000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  <a:cs typeface="+mn-cs"/>
              </a:defRPr>
            </a:pPr>
            <a:r>
              <a:rPr lang="zh-CN" altLang="zh-CN" sz="2400" dirty="0"/>
              <a:t>价格区间销量分布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4DC9FB0-B507-F7DB-B427-766F92416E32}"/>
              </a:ext>
            </a:extLst>
          </p:cNvPr>
          <p:cNvGrpSpPr/>
          <p:nvPr/>
        </p:nvGrpSpPr>
        <p:grpSpPr>
          <a:xfrm>
            <a:off x="6466817" y="2313445"/>
            <a:ext cx="5138727" cy="1303844"/>
            <a:chOff x="6545179" y="1712228"/>
            <a:chExt cx="5138727" cy="1303844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26037D62-BA13-BA79-54F0-B7C0B7190502}"/>
                </a:ext>
              </a:extLst>
            </p:cNvPr>
            <p:cNvSpPr/>
            <p:nvPr/>
          </p:nvSpPr>
          <p:spPr>
            <a:xfrm>
              <a:off x="6545179" y="1712228"/>
              <a:ext cx="5138727" cy="1303844"/>
            </a:xfrm>
            <a:prstGeom prst="roundRect">
              <a:avLst>
                <a:gd name="adj" fmla="val 17703"/>
              </a:avLst>
            </a:prstGeom>
            <a:solidFill>
              <a:schemeClr val="lt1"/>
            </a:solidFill>
            <a:ln>
              <a:noFill/>
            </a:ln>
            <a:effectLst>
              <a:outerShdw blurRad="101600" dist="38100" dir="2700000" algn="tl" rotWithShape="0">
                <a:srgbClr val="4CD9E0">
                  <a:alpha val="5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effectLst>
                  <a:outerShdw blurRad="101600" dist="38100" dir="2700000" algn="tl" rotWithShape="0">
                    <a:prstClr val="black">
                      <a:alpha val="30000"/>
                    </a:prstClr>
                  </a:outerShdw>
                </a:effectLst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7D2ECD3-7B56-DFDC-6F3C-6355CC29E026}"/>
                </a:ext>
              </a:extLst>
            </p:cNvPr>
            <p:cNvSpPr/>
            <p:nvPr/>
          </p:nvSpPr>
          <p:spPr>
            <a:xfrm>
              <a:off x="6545180" y="1724620"/>
              <a:ext cx="1756610" cy="46512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5EBA7"/>
                </a:gs>
                <a:gs pos="100000">
                  <a:srgbClr val="4CD9E0"/>
                </a:gs>
              </a:gsLst>
              <a:lin ang="0" scaled="1"/>
              <a:tileRect/>
            </a:gradFill>
            <a:ln>
              <a:noFill/>
            </a:ln>
            <a:effectLst>
              <a:outerShdw blurRad="101600" dist="38100" dir="2700000" algn="tl" rotWithShape="0">
                <a:srgbClr val="4CD9E0">
                  <a:alpha val="5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effectLst>
                    <a:outerShdw blurRad="101600" dist="38100" dir="2700000" algn="tl" rotWithShape="0">
                      <a:prstClr val="black">
                        <a:alpha val="30000"/>
                      </a:prstClr>
                    </a:outerShdw>
                  </a:effectLst>
                </a:rPr>
                <a:t>第二梯队</a:t>
              </a: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82BFB7BB-1122-D98E-6D3C-1B149F5FC068}"/>
              </a:ext>
            </a:extLst>
          </p:cNvPr>
          <p:cNvSpPr txBox="1"/>
          <p:nvPr/>
        </p:nvSpPr>
        <p:spPr>
          <a:xfrm>
            <a:off x="6635260" y="2880961"/>
            <a:ext cx="474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zh-CN" dirty="0"/>
              <a:t>入门档（</a:t>
            </a:r>
            <a:r>
              <a:rPr lang="en-US" altLang="zh-CN" dirty="0"/>
              <a:t>10</a:t>
            </a:r>
            <a:r>
              <a:rPr lang="zh-CN" altLang="zh-CN" dirty="0"/>
              <a:t>万以下）加中端档（</a:t>
            </a:r>
            <a:r>
              <a:rPr lang="en-US" altLang="zh-CN" dirty="0"/>
              <a:t>20</a:t>
            </a:r>
            <a:r>
              <a:rPr lang="zh-CN" altLang="zh-CN" dirty="0"/>
              <a:t>到</a:t>
            </a:r>
            <a:r>
              <a:rPr lang="en-US" altLang="zh-CN" dirty="0"/>
              <a:t>30</a:t>
            </a:r>
            <a:r>
              <a:rPr lang="zh-CN" altLang="zh-CN" dirty="0"/>
              <a:t>万）</a:t>
            </a:r>
            <a:r>
              <a:rPr lang="zh-CN" altLang="en-US" dirty="0"/>
              <a:t>，与</a:t>
            </a:r>
            <a:r>
              <a:rPr lang="en-US" altLang="zh-CN" dirty="0"/>
              <a:t>10</a:t>
            </a:r>
            <a:r>
              <a:rPr lang="zh-CN" altLang="en-US" dirty="0"/>
              <a:t>到</a:t>
            </a:r>
            <a:r>
              <a:rPr lang="en-US" altLang="zh-CN" dirty="0"/>
              <a:t>20</a:t>
            </a:r>
            <a:r>
              <a:rPr lang="zh-CN" altLang="en-US" dirty="0"/>
              <a:t>万区间份额持平。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FD76033-AF60-CFBD-3688-9F3E79784270}"/>
              </a:ext>
            </a:extLst>
          </p:cNvPr>
          <p:cNvGrpSpPr/>
          <p:nvPr/>
        </p:nvGrpSpPr>
        <p:grpSpPr>
          <a:xfrm>
            <a:off x="6466817" y="977126"/>
            <a:ext cx="5138727" cy="982822"/>
            <a:chOff x="6545179" y="1712228"/>
            <a:chExt cx="4908883" cy="98282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4AB16F57-9939-1770-EDC8-7BD1B1129579}"/>
                </a:ext>
              </a:extLst>
            </p:cNvPr>
            <p:cNvSpPr/>
            <p:nvPr/>
          </p:nvSpPr>
          <p:spPr>
            <a:xfrm>
              <a:off x="6545179" y="1712228"/>
              <a:ext cx="4908883" cy="982822"/>
            </a:xfrm>
            <a:prstGeom prst="roundRect">
              <a:avLst>
                <a:gd name="adj" fmla="val 17703"/>
              </a:avLst>
            </a:prstGeom>
            <a:solidFill>
              <a:schemeClr val="lt1"/>
            </a:solidFill>
            <a:ln>
              <a:noFill/>
            </a:ln>
            <a:effectLst>
              <a:outerShdw blurRad="101600" dist="38100" dir="2700000" algn="tl" rotWithShape="0">
                <a:srgbClr val="4CD9E0">
                  <a:alpha val="5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effectLst>
                  <a:outerShdw blurRad="101600" dist="38100" dir="2700000" algn="tl" rotWithShape="0">
                    <a:prstClr val="black">
                      <a:alpha val="30000"/>
                    </a:prstClr>
                  </a:outerShdw>
                </a:effectLst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82E1E89C-3E03-9D8D-2613-763490C8DE4A}"/>
                </a:ext>
              </a:extLst>
            </p:cNvPr>
            <p:cNvSpPr/>
            <p:nvPr/>
          </p:nvSpPr>
          <p:spPr>
            <a:xfrm>
              <a:off x="6545180" y="1724620"/>
              <a:ext cx="1756610" cy="46512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5EBA7"/>
                </a:gs>
                <a:gs pos="100000">
                  <a:srgbClr val="4CD9E0"/>
                </a:gs>
              </a:gsLst>
              <a:lin ang="0" scaled="1"/>
              <a:tileRect/>
            </a:gradFill>
            <a:ln>
              <a:noFill/>
            </a:ln>
            <a:effectLst>
              <a:outerShdw blurRad="101600" dist="38100" dir="2700000" algn="tl" rotWithShape="0">
                <a:srgbClr val="4CD9E0">
                  <a:alpha val="5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effectLst>
                    <a:outerShdw blurRad="101600" dist="38100" dir="2700000" algn="tl" rotWithShape="0">
                      <a:prstClr val="black">
                        <a:alpha val="30000"/>
                      </a:prstClr>
                    </a:outerShdw>
                  </a:effectLst>
                </a:rPr>
                <a:t>第一梯队</a:t>
              </a: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ECF76CFC-4E19-2953-9992-8686B0BE7987}"/>
              </a:ext>
            </a:extLst>
          </p:cNvPr>
          <p:cNvSpPr txBox="1"/>
          <p:nvPr/>
        </p:nvSpPr>
        <p:spPr>
          <a:xfrm>
            <a:off x="6635260" y="1590616"/>
            <a:ext cx="474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10</a:t>
            </a:r>
            <a:r>
              <a:rPr lang="zh-CN" altLang="en-US" dirty="0"/>
              <a:t>到</a:t>
            </a:r>
            <a:r>
              <a:rPr lang="en-US" altLang="zh-CN" dirty="0"/>
              <a:t>20</a:t>
            </a:r>
            <a:r>
              <a:rPr lang="zh-CN" altLang="en-US" dirty="0"/>
              <a:t>万</a:t>
            </a:r>
            <a:r>
              <a:rPr lang="en-US" altLang="zh-CN" dirty="0"/>
              <a:t>,</a:t>
            </a:r>
            <a:r>
              <a:rPr lang="zh-CN" altLang="en-US" dirty="0"/>
              <a:t>占比超过四成，大众主力消费区间。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2C635E52-2CFA-A2B4-0352-452BC871F12C}"/>
              </a:ext>
            </a:extLst>
          </p:cNvPr>
          <p:cNvGrpSpPr/>
          <p:nvPr/>
        </p:nvGrpSpPr>
        <p:grpSpPr>
          <a:xfrm>
            <a:off x="6466817" y="3970786"/>
            <a:ext cx="5138727" cy="936848"/>
            <a:chOff x="6545179" y="1712228"/>
            <a:chExt cx="5138727" cy="936848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1D1B5993-320D-9AAE-5141-29B05B8D8F7A}"/>
                </a:ext>
              </a:extLst>
            </p:cNvPr>
            <p:cNvSpPr/>
            <p:nvPr/>
          </p:nvSpPr>
          <p:spPr>
            <a:xfrm>
              <a:off x="6545179" y="1712228"/>
              <a:ext cx="5138727" cy="936848"/>
            </a:xfrm>
            <a:prstGeom prst="roundRect">
              <a:avLst>
                <a:gd name="adj" fmla="val 17703"/>
              </a:avLst>
            </a:prstGeom>
            <a:solidFill>
              <a:schemeClr val="lt1"/>
            </a:solidFill>
            <a:ln>
              <a:noFill/>
            </a:ln>
            <a:effectLst>
              <a:outerShdw blurRad="101600" dist="38100" dir="2700000" algn="tl" rotWithShape="0">
                <a:srgbClr val="4CD9E0">
                  <a:alpha val="5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effectLst>
                  <a:outerShdw blurRad="101600" dist="38100" dir="2700000" algn="tl" rotWithShape="0">
                    <a:prstClr val="black">
                      <a:alpha val="30000"/>
                    </a:prstClr>
                  </a:outerShdw>
                </a:effectLst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41EE6EE6-08C0-1E77-FBFC-B80172282EE6}"/>
                </a:ext>
              </a:extLst>
            </p:cNvPr>
            <p:cNvSpPr/>
            <p:nvPr/>
          </p:nvSpPr>
          <p:spPr>
            <a:xfrm>
              <a:off x="6545180" y="1724620"/>
              <a:ext cx="1756610" cy="46512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5EBA7"/>
                </a:gs>
                <a:gs pos="100000">
                  <a:srgbClr val="4CD9E0"/>
                </a:gs>
              </a:gsLst>
              <a:lin ang="0" scaled="1"/>
              <a:tileRect/>
            </a:gradFill>
            <a:ln>
              <a:noFill/>
            </a:ln>
            <a:effectLst>
              <a:outerShdw blurRad="101600" dist="38100" dir="2700000" algn="tl" rotWithShape="0">
                <a:srgbClr val="4CD9E0">
                  <a:alpha val="5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effectLst>
                    <a:outerShdw blurRad="101600" dist="38100" dir="2700000" algn="tl" rotWithShape="0">
                      <a:prstClr val="black">
                        <a:alpha val="30000"/>
                      </a:prstClr>
                    </a:outerShdw>
                  </a:effectLst>
                </a:rPr>
                <a:t>第三梯队</a:t>
              </a: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2EA4A2CE-150D-E5E2-2DB8-C7BAE6FCD9CD}"/>
              </a:ext>
            </a:extLst>
          </p:cNvPr>
          <p:cNvSpPr txBox="1"/>
          <p:nvPr/>
        </p:nvSpPr>
        <p:spPr>
          <a:xfrm>
            <a:off x="6635260" y="4538302"/>
            <a:ext cx="454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30</a:t>
            </a:r>
            <a:r>
              <a:rPr lang="zh-CN" altLang="en-US" dirty="0"/>
              <a:t>到</a:t>
            </a:r>
            <a:r>
              <a:rPr lang="en-US" altLang="zh-CN" dirty="0"/>
              <a:t>40</a:t>
            </a:r>
            <a:r>
              <a:rPr lang="zh-CN" altLang="en-US" dirty="0"/>
              <a:t>万，占据</a:t>
            </a:r>
            <a:r>
              <a:rPr lang="en-US" altLang="zh-CN" dirty="0"/>
              <a:t>13%</a:t>
            </a:r>
            <a:r>
              <a:rPr lang="zh-CN" altLang="en-US" dirty="0"/>
              <a:t>。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07049EB-8069-4F6B-1922-B393461E9F52}"/>
              </a:ext>
            </a:extLst>
          </p:cNvPr>
          <p:cNvGrpSpPr/>
          <p:nvPr/>
        </p:nvGrpSpPr>
        <p:grpSpPr>
          <a:xfrm>
            <a:off x="6466817" y="5185856"/>
            <a:ext cx="5138727" cy="1303844"/>
            <a:chOff x="6545179" y="1712228"/>
            <a:chExt cx="4908883" cy="1303844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E8175133-D832-749C-A67F-23B12B331775}"/>
                </a:ext>
              </a:extLst>
            </p:cNvPr>
            <p:cNvSpPr/>
            <p:nvPr/>
          </p:nvSpPr>
          <p:spPr>
            <a:xfrm>
              <a:off x="6545179" y="1712228"/>
              <a:ext cx="4908883" cy="1303844"/>
            </a:xfrm>
            <a:prstGeom prst="roundRect">
              <a:avLst>
                <a:gd name="adj" fmla="val 17703"/>
              </a:avLst>
            </a:prstGeom>
            <a:solidFill>
              <a:schemeClr val="lt1"/>
            </a:solidFill>
            <a:ln>
              <a:noFill/>
            </a:ln>
            <a:effectLst>
              <a:outerShdw blurRad="101600" dist="38100" dir="2700000" algn="tl" rotWithShape="0">
                <a:srgbClr val="4CD9E0">
                  <a:alpha val="5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effectLst>
                  <a:outerShdw blurRad="101600" dist="38100" dir="2700000" algn="tl" rotWithShape="0">
                    <a:prstClr val="black">
                      <a:alpha val="30000"/>
                    </a:prstClr>
                  </a:outerShdw>
                </a:effectLst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49A29833-41FF-C936-4D27-253F4F669517}"/>
                </a:ext>
              </a:extLst>
            </p:cNvPr>
            <p:cNvSpPr/>
            <p:nvPr/>
          </p:nvSpPr>
          <p:spPr>
            <a:xfrm>
              <a:off x="6545180" y="1724620"/>
              <a:ext cx="1756610" cy="46512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5EBA7"/>
                </a:gs>
                <a:gs pos="100000">
                  <a:srgbClr val="4CD9E0"/>
                </a:gs>
              </a:gsLst>
              <a:lin ang="0" scaled="1"/>
              <a:tileRect/>
            </a:gradFill>
            <a:ln>
              <a:noFill/>
            </a:ln>
            <a:effectLst>
              <a:outerShdw blurRad="101600" dist="38100" dir="2700000" algn="tl" rotWithShape="0">
                <a:srgbClr val="4CD9E0">
                  <a:alpha val="5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effectLst>
                    <a:outerShdw blurRad="101600" dist="38100" dir="2700000" algn="tl" rotWithShape="0">
                      <a:prstClr val="black">
                        <a:alpha val="30000"/>
                      </a:prstClr>
                    </a:outerShdw>
                  </a:effectLst>
                </a:rPr>
                <a:t>第四梯队</a:t>
              </a: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5003EF47-D2E7-6456-CD3C-620739A2BD7A}"/>
              </a:ext>
            </a:extLst>
          </p:cNvPr>
          <p:cNvSpPr txBox="1"/>
          <p:nvPr/>
        </p:nvSpPr>
        <p:spPr>
          <a:xfrm>
            <a:off x="6635260" y="5753372"/>
            <a:ext cx="474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/>
              <a:t>高端</a:t>
            </a:r>
            <a:r>
              <a:rPr lang="zh-CN" altLang="zh-CN" dirty="0"/>
              <a:t>档（</a:t>
            </a:r>
            <a:r>
              <a:rPr lang="en-US" altLang="zh-CN" dirty="0"/>
              <a:t>40</a:t>
            </a:r>
            <a:r>
              <a:rPr lang="zh-CN" altLang="zh-CN" dirty="0"/>
              <a:t>万</a:t>
            </a:r>
            <a:r>
              <a:rPr lang="zh-CN" altLang="en-US" dirty="0"/>
              <a:t>及以上</a:t>
            </a:r>
            <a:r>
              <a:rPr lang="zh-CN" altLang="zh-CN" dirty="0"/>
              <a:t>）</a:t>
            </a:r>
            <a:r>
              <a:rPr lang="zh-CN" altLang="en-US" dirty="0"/>
              <a:t>合计</a:t>
            </a:r>
            <a:r>
              <a:rPr lang="en-US" altLang="zh-CN" dirty="0"/>
              <a:t>6%</a:t>
            </a:r>
            <a:r>
              <a:rPr lang="zh-CN" altLang="en-US" dirty="0"/>
              <a:t>，高端车型受众较少，难以成为车企销量支柱。</a:t>
            </a:r>
          </a:p>
        </p:txBody>
      </p:sp>
    </p:spTree>
    <p:extLst>
      <p:ext uri="{BB962C8B-B14F-4D97-AF65-F5344CB8AC3E}">
        <p14:creationId xmlns:p14="http://schemas.microsoft.com/office/powerpoint/2010/main" val="401991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6836-5E0A-5C32-97BF-54CD6BDC9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AFE071DF-8022-8AD9-66FF-88900331142B}"/>
              </a:ext>
            </a:extLst>
          </p:cNvPr>
          <p:cNvSpPr/>
          <p:nvPr/>
        </p:nvSpPr>
        <p:spPr>
          <a:xfrm>
            <a:off x="407988" y="2134812"/>
            <a:ext cx="11376024" cy="4354887"/>
          </a:xfrm>
          <a:prstGeom prst="roundRect">
            <a:avLst>
              <a:gd name="adj" fmla="val 4278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srgbClr val="4CD9E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1F144C-E228-5949-54BD-1E549AAAD4F7}"/>
              </a:ext>
            </a:extLst>
          </p:cNvPr>
          <p:cNvSpPr txBox="1"/>
          <p:nvPr/>
        </p:nvSpPr>
        <p:spPr>
          <a:xfrm>
            <a:off x="407988" y="3683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gradFill flip="none" rotWithShape="1">
                  <a:gsLst>
                    <a:gs pos="0">
                      <a:srgbClr val="1DD3DB"/>
                    </a:gs>
                    <a:gs pos="100000">
                      <a:srgbClr val="55EBA7"/>
                    </a:gs>
                  </a:gsLst>
                  <a:lin ang="10800000" scaled="1"/>
                  <a:tileRect/>
                </a:gra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行业集中度分析</a:t>
            </a: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DD26E2A7-58A9-48FE-923B-E7FF50577A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8789401"/>
              </p:ext>
            </p:extLst>
          </p:nvPr>
        </p:nvGraphicFramePr>
        <p:xfrm>
          <a:off x="407987" y="2673241"/>
          <a:ext cx="11255709" cy="3464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58B9EE2-13BC-95BC-A939-C8D85A879ABF}"/>
              </a:ext>
            </a:extLst>
          </p:cNvPr>
          <p:cNvSpPr/>
          <p:nvPr/>
        </p:nvSpPr>
        <p:spPr>
          <a:xfrm>
            <a:off x="0" y="407533"/>
            <a:ext cx="182880" cy="444754"/>
          </a:xfrm>
          <a:prstGeom prst="rect">
            <a:avLst/>
          </a:prstGeom>
          <a:gradFill flip="none" rotWithShape="1">
            <a:gsLst>
              <a:gs pos="0">
                <a:srgbClr val="55EBA7"/>
              </a:gs>
              <a:gs pos="100000">
                <a:srgbClr val="4CD9E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B6C44E-2584-11FC-EEA2-5C0F2BDBD0E5}"/>
              </a:ext>
            </a:extLst>
          </p:cNvPr>
          <p:cNvSpPr txBox="1"/>
          <p:nvPr/>
        </p:nvSpPr>
        <p:spPr>
          <a:xfrm>
            <a:off x="407987" y="1119150"/>
            <a:ext cx="113760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行业份额前</a:t>
            </a:r>
            <a:r>
              <a:rPr lang="en-US" altLang="zh-CN" sz="2000" dirty="0"/>
              <a:t>3</a:t>
            </a:r>
            <a:r>
              <a:rPr lang="zh-CN" altLang="en-US" sz="2000" dirty="0"/>
              <a:t>名企业销量在</a:t>
            </a:r>
            <a:r>
              <a:rPr lang="en-US" altLang="zh-CN" sz="2000" dirty="0"/>
              <a:t>2021</a:t>
            </a:r>
            <a:r>
              <a:rPr lang="zh-CN" altLang="en-US" sz="2000" dirty="0"/>
              <a:t>年略有下降，市场爆发期新进入者增多，竞争加剧；</a:t>
            </a:r>
            <a:r>
              <a:rPr lang="en-US" altLang="zh-CN" sz="2000" dirty="0"/>
              <a:t>CR3</a:t>
            </a:r>
            <a:r>
              <a:rPr lang="zh-CN" altLang="en-US" sz="2000" dirty="0"/>
              <a:t>在</a:t>
            </a:r>
            <a:r>
              <a:rPr lang="en-US" altLang="zh-CN" sz="2000" dirty="0"/>
              <a:t>2022</a:t>
            </a:r>
            <a:r>
              <a:rPr lang="zh-CN" altLang="en-US" sz="2000" dirty="0"/>
              <a:t>年后开始回升，头部效应增强，比亚迪一家独大是集中度提升的主要驱动因素；</a:t>
            </a:r>
            <a:r>
              <a:rPr lang="en-US" altLang="zh-CN" sz="2000" dirty="0"/>
              <a:t>CR10</a:t>
            </a:r>
            <a:r>
              <a:rPr lang="zh-CN" altLang="en-US" sz="2000" dirty="0"/>
              <a:t>基本稳定在</a:t>
            </a:r>
            <a:r>
              <a:rPr lang="en-US" altLang="zh-CN" sz="2000" dirty="0"/>
              <a:t>70</a:t>
            </a:r>
            <a:r>
              <a:rPr lang="zh-CN" altLang="en-US" sz="2000" dirty="0"/>
              <a:t>到</a:t>
            </a:r>
            <a:r>
              <a:rPr lang="en-US" altLang="zh-CN" sz="2000" dirty="0"/>
              <a:t>75%</a:t>
            </a:r>
            <a:r>
              <a:rPr lang="zh-CN" altLang="en-US" sz="2000" dirty="0"/>
              <a:t>区间，说明腰部厂商仍有生存空间。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0895DB-91E6-43E8-8743-A47A70F7F88A}"/>
              </a:ext>
            </a:extLst>
          </p:cNvPr>
          <p:cNvSpPr txBox="1"/>
          <p:nvPr/>
        </p:nvSpPr>
        <p:spPr>
          <a:xfrm>
            <a:off x="407988" y="6137718"/>
            <a:ext cx="113760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注：行业集中度（如</a:t>
            </a:r>
            <a:r>
              <a:rPr lang="en-US" altLang="zh-CN" sz="1600" dirty="0"/>
              <a:t>CR3</a:t>
            </a:r>
            <a:r>
              <a:rPr lang="zh-CN" altLang="en-US" sz="1600" dirty="0"/>
              <a:t>）指行业份额排名前</a:t>
            </a:r>
            <a:r>
              <a:rPr lang="en-US" altLang="zh-CN" sz="1600" dirty="0"/>
              <a:t>N</a:t>
            </a:r>
            <a:r>
              <a:rPr lang="zh-CN" altLang="en-US" sz="1600" dirty="0"/>
              <a:t>（前</a:t>
            </a:r>
            <a:r>
              <a:rPr lang="en-US" altLang="zh-CN" sz="1600" dirty="0"/>
              <a:t>3</a:t>
            </a:r>
            <a:r>
              <a:rPr lang="zh-CN" altLang="en-US" sz="1600" dirty="0"/>
              <a:t>）家企业的销量占整体市场总和的比例。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75A2C2-58D3-0154-AD5C-F96F2C3F390F}"/>
              </a:ext>
            </a:extLst>
          </p:cNvPr>
          <p:cNvSpPr txBox="1"/>
          <p:nvPr/>
        </p:nvSpPr>
        <p:spPr>
          <a:xfrm>
            <a:off x="528304" y="221157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680" b="0" i="0" u="none" strike="noStrike" kern="1200" spc="0" baseline="0">
                <a:solidFill>
                  <a:sysClr val="windowText" lastClr="000000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  <a:cs typeface="+mn-cs"/>
              </a:defRPr>
            </a:pPr>
            <a:r>
              <a:rPr lang="zh-CN" altLang="en-US" sz="2400" dirty="0"/>
              <a:t>行业集中度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867375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HONOR Sans CN Bold"/>
        <a:ea typeface="HarmonyOS Sans SC Black"/>
        <a:cs typeface=""/>
      </a:majorFont>
      <a:minorFont>
        <a:latin typeface="HONOR Sans CN"/>
        <a:ea typeface="HarmonyOS Sans SC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</TotalTime>
  <Words>409</Words>
  <Application>Microsoft Office PowerPoint</Application>
  <PresentationFormat>宽屏</PresentationFormat>
  <Paragraphs>67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Eldon Thorne</dc:creator>
  <cp:lastModifiedBy>Eldon Thorne</cp:lastModifiedBy>
  <cp:revision>1</cp:revision>
  <dcterms:created xsi:type="dcterms:W3CDTF">2026-06-29T03:10:26Z</dcterms:created>
  <dcterms:modified xsi:type="dcterms:W3CDTF">2026-06-30T06:52:02Z</dcterms:modified>
</cp:coreProperties>
</file>